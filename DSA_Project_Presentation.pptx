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392"/>
    <p:restoredTop sz="94643"/>
  </p:normalViewPr>
  <p:slideViewPr>
    <p:cSldViewPr snapToGrid="0" snapToObjects="1">
      <p:cViewPr>
        <p:scale>
          <a:sx n="101" d="100"/>
          <a:sy n="101" d="100"/>
        </p:scale>
        <p:origin x="576" y="3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CCA2EEF-B712-4E41-B4F9-DCE77A62DE8F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32774A2-266F-46FE-A313-64A0D25F422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Given n cities and distances, find the shortest tour visiting each city once.</a:t>
          </a:r>
        </a:p>
      </dgm:t>
    </dgm:pt>
    <dgm:pt modelId="{2660D83E-1603-472C-A027-E7178A32CC24}" type="parTrans" cxnId="{93B6B67E-507E-4B8F-80AA-4A75D2CA0B08}">
      <dgm:prSet/>
      <dgm:spPr/>
      <dgm:t>
        <a:bodyPr/>
        <a:lstStyle/>
        <a:p>
          <a:endParaRPr lang="en-US"/>
        </a:p>
      </dgm:t>
    </dgm:pt>
    <dgm:pt modelId="{41F9CC76-29D2-4730-9632-17CB5A0C9D46}" type="sibTrans" cxnId="{93B6B67E-507E-4B8F-80AA-4A75D2CA0B08}">
      <dgm:prSet/>
      <dgm:spPr/>
      <dgm:t>
        <a:bodyPr/>
        <a:lstStyle/>
        <a:p>
          <a:endParaRPr lang="en-US"/>
        </a:p>
      </dgm:t>
    </dgm:pt>
    <dgm:pt modelId="{74D231F0-7D55-45DF-814A-ED45D16EF44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Must return to the starting city.</a:t>
          </a:r>
        </a:p>
      </dgm:t>
    </dgm:pt>
    <dgm:pt modelId="{A7003738-FE20-4E3D-A89D-142BD15C35E1}" type="parTrans" cxnId="{63AFA353-E710-47FD-94C3-ADBC697C476E}">
      <dgm:prSet/>
      <dgm:spPr/>
      <dgm:t>
        <a:bodyPr/>
        <a:lstStyle/>
        <a:p>
          <a:endParaRPr lang="en-US"/>
        </a:p>
      </dgm:t>
    </dgm:pt>
    <dgm:pt modelId="{2BDF2C78-B18B-47EE-8D1B-2816F297933A}" type="sibTrans" cxnId="{63AFA353-E710-47FD-94C3-ADBC697C476E}">
      <dgm:prSet/>
      <dgm:spPr/>
      <dgm:t>
        <a:bodyPr/>
        <a:lstStyle/>
        <a:p>
          <a:endParaRPr lang="en-US"/>
        </a:p>
      </dgm:t>
    </dgm:pt>
    <dgm:pt modelId="{C7AF64D0-9584-48DE-9319-898451BF128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TSP is NP-hard; exact solutions scale factorially.</a:t>
          </a:r>
        </a:p>
      </dgm:t>
    </dgm:pt>
    <dgm:pt modelId="{91FA41B4-D3E1-4521-844B-D25D346934AE}" type="parTrans" cxnId="{77FFA21B-4003-4EFC-888D-758B9BC80955}">
      <dgm:prSet/>
      <dgm:spPr/>
      <dgm:t>
        <a:bodyPr/>
        <a:lstStyle/>
        <a:p>
          <a:endParaRPr lang="en-US"/>
        </a:p>
      </dgm:t>
    </dgm:pt>
    <dgm:pt modelId="{4D7911C1-341D-4BA1-99B7-4B8EBF22F21D}" type="sibTrans" cxnId="{77FFA21B-4003-4EFC-888D-758B9BC80955}">
      <dgm:prSet/>
      <dgm:spPr/>
      <dgm:t>
        <a:bodyPr/>
        <a:lstStyle/>
        <a:p>
          <a:endParaRPr lang="en-US"/>
        </a:p>
      </dgm:t>
    </dgm:pt>
    <dgm:pt modelId="{C0253139-6D7E-4307-8C1B-D268DC4B66E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Used in routing, logistics, chip design, DNA sequencing.</a:t>
          </a:r>
        </a:p>
      </dgm:t>
    </dgm:pt>
    <dgm:pt modelId="{C50398F8-E673-416F-871F-481140BFF878}" type="parTrans" cxnId="{27A4DFD1-C78C-4954-B02D-C8688D01492D}">
      <dgm:prSet/>
      <dgm:spPr/>
      <dgm:t>
        <a:bodyPr/>
        <a:lstStyle/>
        <a:p>
          <a:endParaRPr lang="en-US"/>
        </a:p>
      </dgm:t>
    </dgm:pt>
    <dgm:pt modelId="{76800526-953F-464C-AD44-22F848259148}" type="sibTrans" cxnId="{27A4DFD1-C78C-4954-B02D-C8688D01492D}">
      <dgm:prSet/>
      <dgm:spPr/>
      <dgm:t>
        <a:bodyPr/>
        <a:lstStyle/>
        <a:p>
          <a:endParaRPr lang="en-US"/>
        </a:p>
      </dgm:t>
    </dgm:pt>
    <dgm:pt modelId="{97ED4225-D24B-464B-ABE1-BA2C5F26A60B}" type="pres">
      <dgm:prSet presAssocID="{3CCA2EEF-B712-4E41-B4F9-DCE77A62DE8F}" presName="root" presStyleCnt="0">
        <dgm:presLayoutVars>
          <dgm:dir/>
          <dgm:resizeHandles val="exact"/>
        </dgm:presLayoutVars>
      </dgm:prSet>
      <dgm:spPr/>
    </dgm:pt>
    <dgm:pt modelId="{8B06222D-0531-4A33-B58A-A0ADA4294485}" type="pres">
      <dgm:prSet presAssocID="{332774A2-266F-46FE-A313-64A0D25F4220}" presName="compNode" presStyleCnt="0"/>
      <dgm:spPr/>
    </dgm:pt>
    <dgm:pt modelId="{458D470D-AC86-4619-8F61-76F036911B21}" type="pres">
      <dgm:prSet presAssocID="{332774A2-266F-46FE-A313-64A0D25F422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ghway scene"/>
        </a:ext>
      </dgm:extLst>
    </dgm:pt>
    <dgm:pt modelId="{AE8DEC73-1779-4D0D-9457-43536DA2D951}" type="pres">
      <dgm:prSet presAssocID="{332774A2-266F-46FE-A313-64A0D25F4220}" presName="spaceRect" presStyleCnt="0"/>
      <dgm:spPr/>
    </dgm:pt>
    <dgm:pt modelId="{AEE550D3-3BBF-4518-803A-5D3DA3DC24CC}" type="pres">
      <dgm:prSet presAssocID="{332774A2-266F-46FE-A313-64A0D25F4220}" presName="textRect" presStyleLbl="revTx" presStyleIdx="0" presStyleCnt="4">
        <dgm:presLayoutVars>
          <dgm:chMax val="1"/>
          <dgm:chPref val="1"/>
        </dgm:presLayoutVars>
      </dgm:prSet>
      <dgm:spPr/>
    </dgm:pt>
    <dgm:pt modelId="{A023487D-1E4A-4949-9DC3-A4F514C0EA42}" type="pres">
      <dgm:prSet presAssocID="{41F9CC76-29D2-4730-9632-17CB5A0C9D46}" presName="sibTrans" presStyleCnt="0"/>
      <dgm:spPr/>
    </dgm:pt>
    <dgm:pt modelId="{069FD008-18FA-40BE-B316-2F6DAF5D17C3}" type="pres">
      <dgm:prSet presAssocID="{74D231F0-7D55-45DF-814A-ED45D16EF44B}" presName="compNode" presStyleCnt="0"/>
      <dgm:spPr/>
    </dgm:pt>
    <dgm:pt modelId="{7A9F8062-CF8E-4C24-B99B-100BF877C373}" type="pres">
      <dgm:prSet presAssocID="{74D231F0-7D55-45DF-814A-ED45D16EF44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ity"/>
        </a:ext>
      </dgm:extLst>
    </dgm:pt>
    <dgm:pt modelId="{B7EB656F-F3E7-4485-AF17-501656853C64}" type="pres">
      <dgm:prSet presAssocID="{74D231F0-7D55-45DF-814A-ED45D16EF44B}" presName="spaceRect" presStyleCnt="0"/>
      <dgm:spPr/>
    </dgm:pt>
    <dgm:pt modelId="{A8CC0380-1FB6-42A6-817B-F7A3D504E7A2}" type="pres">
      <dgm:prSet presAssocID="{74D231F0-7D55-45DF-814A-ED45D16EF44B}" presName="textRect" presStyleLbl="revTx" presStyleIdx="1" presStyleCnt="4">
        <dgm:presLayoutVars>
          <dgm:chMax val="1"/>
          <dgm:chPref val="1"/>
        </dgm:presLayoutVars>
      </dgm:prSet>
      <dgm:spPr/>
    </dgm:pt>
    <dgm:pt modelId="{2868E428-BC21-4B29-B029-DB9D462BDB5B}" type="pres">
      <dgm:prSet presAssocID="{2BDF2C78-B18B-47EE-8D1B-2816F297933A}" presName="sibTrans" presStyleCnt="0"/>
      <dgm:spPr/>
    </dgm:pt>
    <dgm:pt modelId="{DF5DF58D-6F97-4867-A366-A88639F6E893}" type="pres">
      <dgm:prSet presAssocID="{C7AF64D0-9584-48DE-9319-898451BF1289}" presName="compNode" presStyleCnt="0"/>
      <dgm:spPr/>
    </dgm:pt>
    <dgm:pt modelId="{7DD6C5AA-D3CB-4678-B5B1-C647D6AF5E47}" type="pres">
      <dgm:prSet presAssocID="{C7AF64D0-9584-48DE-9319-898451BF128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ploma"/>
        </a:ext>
      </dgm:extLst>
    </dgm:pt>
    <dgm:pt modelId="{A023479C-9786-498A-8A71-50593BD686AB}" type="pres">
      <dgm:prSet presAssocID="{C7AF64D0-9584-48DE-9319-898451BF1289}" presName="spaceRect" presStyleCnt="0"/>
      <dgm:spPr/>
    </dgm:pt>
    <dgm:pt modelId="{28873439-6365-478A-8054-EA8A5519C9E9}" type="pres">
      <dgm:prSet presAssocID="{C7AF64D0-9584-48DE-9319-898451BF1289}" presName="textRect" presStyleLbl="revTx" presStyleIdx="2" presStyleCnt="4">
        <dgm:presLayoutVars>
          <dgm:chMax val="1"/>
          <dgm:chPref val="1"/>
        </dgm:presLayoutVars>
      </dgm:prSet>
      <dgm:spPr/>
    </dgm:pt>
    <dgm:pt modelId="{BCC326E1-E5A8-4973-B2D3-4FE2692AFFEA}" type="pres">
      <dgm:prSet presAssocID="{4D7911C1-341D-4BA1-99B7-4B8EBF22F21D}" presName="sibTrans" presStyleCnt="0"/>
      <dgm:spPr/>
    </dgm:pt>
    <dgm:pt modelId="{948F13D1-9B01-438D-AF8E-C049639AC7B9}" type="pres">
      <dgm:prSet presAssocID="{C0253139-6D7E-4307-8C1B-D268DC4B66EA}" presName="compNode" presStyleCnt="0"/>
      <dgm:spPr/>
    </dgm:pt>
    <dgm:pt modelId="{588B4BDC-9E23-46D6-9947-DA583DCB0004}" type="pres">
      <dgm:prSet presAssocID="{C0253139-6D7E-4307-8C1B-D268DC4B66E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NA"/>
        </a:ext>
      </dgm:extLst>
    </dgm:pt>
    <dgm:pt modelId="{8EAC1B8D-5447-479F-AB71-4105267B8A3F}" type="pres">
      <dgm:prSet presAssocID="{C0253139-6D7E-4307-8C1B-D268DC4B66EA}" presName="spaceRect" presStyleCnt="0"/>
      <dgm:spPr/>
    </dgm:pt>
    <dgm:pt modelId="{26733FB4-51AF-4C4C-B0ED-C994A60811AD}" type="pres">
      <dgm:prSet presAssocID="{C0253139-6D7E-4307-8C1B-D268DC4B66EA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7FFA21B-4003-4EFC-888D-758B9BC80955}" srcId="{3CCA2EEF-B712-4E41-B4F9-DCE77A62DE8F}" destId="{C7AF64D0-9584-48DE-9319-898451BF1289}" srcOrd="2" destOrd="0" parTransId="{91FA41B4-D3E1-4521-844B-D25D346934AE}" sibTransId="{4D7911C1-341D-4BA1-99B7-4B8EBF22F21D}"/>
    <dgm:cxn modelId="{B4719730-949C-4617-809D-E009678AFCD5}" type="presOf" srcId="{332774A2-266F-46FE-A313-64A0D25F4220}" destId="{AEE550D3-3BBF-4518-803A-5D3DA3DC24CC}" srcOrd="0" destOrd="0" presId="urn:microsoft.com/office/officeart/2018/2/layout/IconLabelList"/>
    <dgm:cxn modelId="{E88C134C-3AFA-4899-8390-88EF989882E7}" type="presOf" srcId="{74D231F0-7D55-45DF-814A-ED45D16EF44B}" destId="{A8CC0380-1FB6-42A6-817B-F7A3D504E7A2}" srcOrd="0" destOrd="0" presId="urn:microsoft.com/office/officeart/2018/2/layout/IconLabelList"/>
    <dgm:cxn modelId="{63AFA353-E710-47FD-94C3-ADBC697C476E}" srcId="{3CCA2EEF-B712-4E41-B4F9-DCE77A62DE8F}" destId="{74D231F0-7D55-45DF-814A-ED45D16EF44B}" srcOrd="1" destOrd="0" parTransId="{A7003738-FE20-4E3D-A89D-142BD15C35E1}" sibTransId="{2BDF2C78-B18B-47EE-8D1B-2816F297933A}"/>
    <dgm:cxn modelId="{93B6B67E-507E-4B8F-80AA-4A75D2CA0B08}" srcId="{3CCA2EEF-B712-4E41-B4F9-DCE77A62DE8F}" destId="{332774A2-266F-46FE-A313-64A0D25F4220}" srcOrd="0" destOrd="0" parTransId="{2660D83E-1603-472C-A027-E7178A32CC24}" sibTransId="{41F9CC76-29D2-4730-9632-17CB5A0C9D46}"/>
    <dgm:cxn modelId="{E8CFF782-2726-4A62-8593-9521542092D0}" type="presOf" srcId="{C0253139-6D7E-4307-8C1B-D268DC4B66EA}" destId="{26733FB4-51AF-4C4C-B0ED-C994A60811AD}" srcOrd="0" destOrd="0" presId="urn:microsoft.com/office/officeart/2018/2/layout/IconLabelList"/>
    <dgm:cxn modelId="{38D98286-DE81-4161-A2D9-89E414E82403}" type="presOf" srcId="{C7AF64D0-9584-48DE-9319-898451BF1289}" destId="{28873439-6365-478A-8054-EA8A5519C9E9}" srcOrd="0" destOrd="0" presId="urn:microsoft.com/office/officeart/2018/2/layout/IconLabelList"/>
    <dgm:cxn modelId="{73BD28AC-2E9D-47B3-B8A1-7A3A0033BF93}" type="presOf" srcId="{3CCA2EEF-B712-4E41-B4F9-DCE77A62DE8F}" destId="{97ED4225-D24B-464B-ABE1-BA2C5F26A60B}" srcOrd="0" destOrd="0" presId="urn:microsoft.com/office/officeart/2018/2/layout/IconLabelList"/>
    <dgm:cxn modelId="{27A4DFD1-C78C-4954-B02D-C8688D01492D}" srcId="{3CCA2EEF-B712-4E41-B4F9-DCE77A62DE8F}" destId="{C0253139-6D7E-4307-8C1B-D268DC4B66EA}" srcOrd="3" destOrd="0" parTransId="{C50398F8-E673-416F-871F-481140BFF878}" sibTransId="{76800526-953F-464C-AD44-22F848259148}"/>
    <dgm:cxn modelId="{E992132B-0B98-4596-9D0A-40D210E33BBE}" type="presParOf" srcId="{97ED4225-D24B-464B-ABE1-BA2C5F26A60B}" destId="{8B06222D-0531-4A33-B58A-A0ADA4294485}" srcOrd="0" destOrd="0" presId="urn:microsoft.com/office/officeart/2018/2/layout/IconLabelList"/>
    <dgm:cxn modelId="{35FEF7A8-F3EC-4658-84B5-0785DE209AFC}" type="presParOf" srcId="{8B06222D-0531-4A33-B58A-A0ADA4294485}" destId="{458D470D-AC86-4619-8F61-76F036911B21}" srcOrd="0" destOrd="0" presId="urn:microsoft.com/office/officeart/2018/2/layout/IconLabelList"/>
    <dgm:cxn modelId="{F0583E78-FC3E-4762-92D9-8C5E96EC9BB5}" type="presParOf" srcId="{8B06222D-0531-4A33-B58A-A0ADA4294485}" destId="{AE8DEC73-1779-4D0D-9457-43536DA2D951}" srcOrd="1" destOrd="0" presId="urn:microsoft.com/office/officeart/2018/2/layout/IconLabelList"/>
    <dgm:cxn modelId="{C4D02B3B-44D2-46AA-A3F1-077399489A56}" type="presParOf" srcId="{8B06222D-0531-4A33-B58A-A0ADA4294485}" destId="{AEE550D3-3BBF-4518-803A-5D3DA3DC24CC}" srcOrd="2" destOrd="0" presId="urn:microsoft.com/office/officeart/2018/2/layout/IconLabelList"/>
    <dgm:cxn modelId="{C9071209-30AF-44B1-ACFF-1576938FCE9F}" type="presParOf" srcId="{97ED4225-D24B-464B-ABE1-BA2C5F26A60B}" destId="{A023487D-1E4A-4949-9DC3-A4F514C0EA42}" srcOrd="1" destOrd="0" presId="urn:microsoft.com/office/officeart/2018/2/layout/IconLabelList"/>
    <dgm:cxn modelId="{82D38B93-28A4-487B-B480-B8C255533416}" type="presParOf" srcId="{97ED4225-D24B-464B-ABE1-BA2C5F26A60B}" destId="{069FD008-18FA-40BE-B316-2F6DAF5D17C3}" srcOrd="2" destOrd="0" presId="urn:microsoft.com/office/officeart/2018/2/layout/IconLabelList"/>
    <dgm:cxn modelId="{F12C3C59-A41C-45B5-B60C-1D149248238A}" type="presParOf" srcId="{069FD008-18FA-40BE-B316-2F6DAF5D17C3}" destId="{7A9F8062-CF8E-4C24-B99B-100BF877C373}" srcOrd="0" destOrd="0" presId="urn:microsoft.com/office/officeart/2018/2/layout/IconLabelList"/>
    <dgm:cxn modelId="{047C9026-4D2B-4A3B-B7C4-67E84DF840B9}" type="presParOf" srcId="{069FD008-18FA-40BE-B316-2F6DAF5D17C3}" destId="{B7EB656F-F3E7-4485-AF17-501656853C64}" srcOrd="1" destOrd="0" presId="urn:microsoft.com/office/officeart/2018/2/layout/IconLabelList"/>
    <dgm:cxn modelId="{5FA0F071-1873-4698-B5C2-2835050E8474}" type="presParOf" srcId="{069FD008-18FA-40BE-B316-2F6DAF5D17C3}" destId="{A8CC0380-1FB6-42A6-817B-F7A3D504E7A2}" srcOrd="2" destOrd="0" presId="urn:microsoft.com/office/officeart/2018/2/layout/IconLabelList"/>
    <dgm:cxn modelId="{6016CB62-D219-4D20-9A3D-BB19DAC36BE6}" type="presParOf" srcId="{97ED4225-D24B-464B-ABE1-BA2C5F26A60B}" destId="{2868E428-BC21-4B29-B029-DB9D462BDB5B}" srcOrd="3" destOrd="0" presId="urn:microsoft.com/office/officeart/2018/2/layout/IconLabelList"/>
    <dgm:cxn modelId="{ADE4AE21-0872-4537-8CEF-F5896AAF315D}" type="presParOf" srcId="{97ED4225-D24B-464B-ABE1-BA2C5F26A60B}" destId="{DF5DF58D-6F97-4867-A366-A88639F6E893}" srcOrd="4" destOrd="0" presId="urn:microsoft.com/office/officeart/2018/2/layout/IconLabelList"/>
    <dgm:cxn modelId="{3F569D0B-95A1-4014-A2F5-7A3A6FE4F2EC}" type="presParOf" srcId="{DF5DF58D-6F97-4867-A366-A88639F6E893}" destId="{7DD6C5AA-D3CB-4678-B5B1-C647D6AF5E47}" srcOrd="0" destOrd="0" presId="urn:microsoft.com/office/officeart/2018/2/layout/IconLabelList"/>
    <dgm:cxn modelId="{15E10218-8EEB-4EBA-8CCA-1F92509040C0}" type="presParOf" srcId="{DF5DF58D-6F97-4867-A366-A88639F6E893}" destId="{A023479C-9786-498A-8A71-50593BD686AB}" srcOrd="1" destOrd="0" presId="urn:microsoft.com/office/officeart/2018/2/layout/IconLabelList"/>
    <dgm:cxn modelId="{26E7A6FF-3BB2-41A3-9C21-04A73426491F}" type="presParOf" srcId="{DF5DF58D-6F97-4867-A366-A88639F6E893}" destId="{28873439-6365-478A-8054-EA8A5519C9E9}" srcOrd="2" destOrd="0" presId="urn:microsoft.com/office/officeart/2018/2/layout/IconLabelList"/>
    <dgm:cxn modelId="{E627F00D-4694-43A3-AE7E-C24B14FDD94E}" type="presParOf" srcId="{97ED4225-D24B-464B-ABE1-BA2C5F26A60B}" destId="{BCC326E1-E5A8-4973-B2D3-4FE2692AFFEA}" srcOrd="5" destOrd="0" presId="urn:microsoft.com/office/officeart/2018/2/layout/IconLabelList"/>
    <dgm:cxn modelId="{A9F07208-C816-4A24-B1F1-14A022B0E787}" type="presParOf" srcId="{97ED4225-D24B-464B-ABE1-BA2C5F26A60B}" destId="{948F13D1-9B01-438D-AF8E-C049639AC7B9}" srcOrd="6" destOrd="0" presId="urn:microsoft.com/office/officeart/2018/2/layout/IconLabelList"/>
    <dgm:cxn modelId="{30923F11-0126-48E9-A51F-09FD50FB9321}" type="presParOf" srcId="{948F13D1-9B01-438D-AF8E-C049639AC7B9}" destId="{588B4BDC-9E23-46D6-9947-DA583DCB0004}" srcOrd="0" destOrd="0" presId="urn:microsoft.com/office/officeart/2018/2/layout/IconLabelList"/>
    <dgm:cxn modelId="{9C47E6A1-9DFC-47DB-9232-3A79EFB09736}" type="presParOf" srcId="{948F13D1-9B01-438D-AF8E-C049639AC7B9}" destId="{8EAC1B8D-5447-479F-AB71-4105267B8A3F}" srcOrd="1" destOrd="0" presId="urn:microsoft.com/office/officeart/2018/2/layout/IconLabelList"/>
    <dgm:cxn modelId="{6DB4668F-BF0F-4F06-B5EC-030A92AC49A6}" type="presParOf" srcId="{948F13D1-9B01-438D-AF8E-C049639AC7B9}" destId="{26733FB4-51AF-4C4C-B0ED-C994A60811A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9987539-C286-4887-80EB-4A9274923E73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2829550-0ACA-4241-AC34-B37519DD8DC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Implement Brute Force, Nearest Neighbor, and 2-Opt.</a:t>
          </a:r>
        </a:p>
      </dgm:t>
    </dgm:pt>
    <dgm:pt modelId="{EEBD85E3-FF2E-4E91-B67C-00B52CC0EF97}" type="parTrans" cxnId="{8652B5A4-E3DE-4204-A4D7-50F42904F383}">
      <dgm:prSet/>
      <dgm:spPr/>
      <dgm:t>
        <a:bodyPr/>
        <a:lstStyle/>
        <a:p>
          <a:endParaRPr lang="en-US"/>
        </a:p>
      </dgm:t>
    </dgm:pt>
    <dgm:pt modelId="{5A84321F-C57A-4A5A-A8B2-C9DC9EA6822C}" type="sibTrans" cxnId="{8652B5A4-E3DE-4204-A4D7-50F42904F383}">
      <dgm:prSet/>
      <dgm:spPr/>
      <dgm:t>
        <a:bodyPr/>
        <a:lstStyle/>
        <a:p>
          <a:endParaRPr lang="en-US"/>
        </a:p>
      </dgm:t>
    </dgm:pt>
    <dgm:pt modelId="{2CA6C801-4565-4B47-B5FB-B9B485DD0C5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Compare runtime, solution quality, approximation ratio.</a:t>
          </a:r>
        </a:p>
      </dgm:t>
    </dgm:pt>
    <dgm:pt modelId="{DBE4BDB1-D401-430F-969D-8B5F509E129A}" type="parTrans" cxnId="{C6A57CD3-FB9A-4D07-92D0-72D677A9E730}">
      <dgm:prSet/>
      <dgm:spPr/>
      <dgm:t>
        <a:bodyPr/>
        <a:lstStyle/>
        <a:p>
          <a:endParaRPr lang="en-US"/>
        </a:p>
      </dgm:t>
    </dgm:pt>
    <dgm:pt modelId="{9038CA76-BFF3-47CE-AC53-BEE7ABE8BE81}" type="sibTrans" cxnId="{C6A57CD3-FB9A-4D07-92D0-72D677A9E730}">
      <dgm:prSet/>
      <dgm:spPr/>
      <dgm:t>
        <a:bodyPr/>
        <a:lstStyle/>
        <a:p>
          <a:endParaRPr lang="en-US"/>
        </a:p>
      </dgm:t>
    </dgm:pt>
    <dgm:pt modelId="{8A3F500B-780E-4E2A-ADF1-F5F5F37EA53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Generate visualizations and performance plots.</a:t>
          </a:r>
        </a:p>
      </dgm:t>
    </dgm:pt>
    <dgm:pt modelId="{8066AE99-1020-4DF7-9B0F-EB4CBCF940AF}" type="parTrans" cxnId="{A0EBFBC5-19F8-4534-8854-213162C89E63}">
      <dgm:prSet/>
      <dgm:spPr/>
      <dgm:t>
        <a:bodyPr/>
        <a:lstStyle/>
        <a:p>
          <a:endParaRPr lang="en-US"/>
        </a:p>
      </dgm:t>
    </dgm:pt>
    <dgm:pt modelId="{434F486B-3136-48EB-8DD3-CCEC0E835D14}" type="sibTrans" cxnId="{A0EBFBC5-19F8-4534-8854-213162C89E63}">
      <dgm:prSet/>
      <dgm:spPr/>
      <dgm:t>
        <a:bodyPr/>
        <a:lstStyle/>
        <a:p>
          <a:endParaRPr lang="en-US"/>
        </a:p>
      </dgm:t>
    </dgm:pt>
    <dgm:pt modelId="{8134B770-8995-4EDC-A0FA-BC3E5952537D}" type="pres">
      <dgm:prSet presAssocID="{19987539-C286-4887-80EB-4A9274923E73}" presName="root" presStyleCnt="0">
        <dgm:presLayoutVars>
          <dgm:dir/>
          <dgm:resizeHandles val="exact"/>
        </dgm:presLayoutVars>
      </dgm:prSet>
      <dgm:spPr/>
    </dgm:pt>
    <dgm:pt modelId="{816682D9-3571-4F79-B156-23DFBFCAF5CE}" type="pres">
      <dgm:prSet presAssocID="{B2829550-0ACA-4241-AC34-B37519DD8DC6}" presName="compNode" presStyleCnt="0"/>
      <dgm:spPr/>
    </dgm:pt>
    <dgm:pt modelId="{B9B21993-3601-4725-8F6A-22623D510699}" type="pres">
      <dgm:prSet presAssocID="{B2829550-0ACA-4241-AC34-B37519DD8DC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54BFE22C-3542-431A-AC39-5BD8B3FBC4D9}" type="pres">
      <dgm:prSet presAssocID="{B2829550-0ACA-4241-AC34-B37519DD8DC6}" presName="spaceRect" presStyleCnt="0"/>
      <dgm:spPr/>
    </dgm:pt>
    <dgm:pt modelId="{333DBBFA-9AF8-4ADE-8273-45C2529A390A}" type="pres">
      <dgm:prSet presAssocID="{B2829550-0ACA-4241-AC34-B37519DD8DC6}" presName="textRect" presStyleLbl="revTx" presStyleIdx="0" presStyleCnt="3">
        <dgm:presLayoutVars>
          <dgm:chMax val="1"/>
          <dgm:chPref val="1"/>
        </dgm:presLayoutVars>
      </dgm:prSet>
      <dgm:spPr/>
    </dgm:pt>
    <dgm:pt modelId="{D789FF83-FBE4-42D4-93AA-23767097F441}" type="pres">
      <dgm:prSet presAssocID="{5A84321F-C57A-4A5A-A8B2-C9DC9EA6822C}" presName="sibTrans" presStyleCnt="0"/>
      <dgm:spPr/>
    </dgm:pt>
    <dgm:pt modelId="{682D5530-8BE2-414D-BFA2-4EBD5AFF98BF}" type="pres">
      <dgm:prSet presAssocID="{2CA6C801-4565-4B47-B5FB-B9B485DD0C59}" presName="compNode" presStyleCnt="0"/>
      <dgm:spPr/>
    </dgm:pt>
    <dgm:pt modelId="{95131D4D-27A6-45E2-B15C-484C79216165}" type="pres">
      <dgm:prSet presAssocID="{2CA6C801-4565-4B47-B5FB-B9B485DD0C5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9DEC1437-09B9-4692-A5B7-DF68162857AD}" type="pres">
      <dgm:prSet presAssocID="{2CA6C801-4565-4B47-B5FB-B9B485DD0C59}" presName="spaceRect" presStyleCnt="0"/>
      <dgm:spPr/>
    </dgm:pt>
    <dgm:pt modelId="{E16F092A-6479-418C-A2A9-09A75608112F}" type="pres">
      <dgm:prSet presAssocID="{2CA6C801-4565-4B47-B5FB-B9B485DD0C59}" presName="textRect" presStyleLbl="revTx" presStyleIdx="1" presStyleCnt="3">
        <dgm:presLayoutVars>
          <dgm:chMax val="1"/>
          <dgm:chPref val="1"/>
        </dgm:presLayoutVars>
      </dgm:prSet>
      <dgm:spPr/>
    </dgm:pt>
    <dgm:pt modelId="{3B61C17C-4C58-4198-977C-600E58AA7744}" type="pres">
      <dgm:prSet presAssocID="{9038CA76-BFF3-47CE-AC53-BEE7ABE8BE81}" presName="sibTrans" presStyleCnt="0"/>
      <dgm:spPr/>
    </dgm:pt>
    <dgm:pt modelId="{310FCE0A-C67F-4242-A6D6-49E37825336B}" type="pres">
      <dgm:prSet presAssocID="{8A3F500B-780E-4E2A-ADF1-F5F5F37EA538}" presName="compNode" presStyleCnt="0"/>
      <dgm:spPr/>
    </dgm:pt>
    <dgm:pt modelId="{55CBB0AD-AEA2-4C20-86A3-5F614236140C}" type="pres">
      <dgm:prSet presAssocID="{8A3F500B-780E-4E2A-ADF1-F5F5F37EA53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71237086-3621-46C7-8DC8-637F7BB4C834}" type="pres">
      <dgm:prSet presAssocID="{8A3F500B-780E-4E2A-ADF1-F5F5F37EA538}" presName="spaceRect" presStyleCnt="0"/>
      <dgm:spPr/>
    </dgm:pt>
    <dgm:pt modelId="{C4AC6BC0-0D94-4639-A90C-2332A6AD19E6}" type="pres">
      <dgm:prSet presAssocID="{8A3F500B-780E-4E2A-ADF1-F5F5F37EA538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9168CB29-3183-40BE-93DD-2AB8B0844175}" type="presOf" srcId="{B2829550-0ACA-4241-AC34-B37519DD8DC6}" destId="{333DBBFA-9AF8-4ADE-8273-45C2529A390A}" srcOrd="0" destOrd="0" presId="urn:microsoft.com/office/officeart/2018/2/layout/IconLabelList"/>
    <dgm:cxn modelId="{29C7D24E-49CC-49C3-91D2-9C7696468DEB}" type="presOf" srcId="{2CA6C801-4565-4B47-B5FB-B9B485DD0C59}" destId="{E16F092A-6479-418C-A2A9-09A75608112F}" srcOrd="0" destOrd="0" presId="urn:microsoft.com/office/officeart/2018/2/layout/IconLabelList"/>
    <dgm:cxn modelId="{949E5DA2-1A18-470D-855D-B3D23A57ACA9}" type="presOf" srcId="{8A3F500B-780E-4E2A-ADF1-F5F5F37EA538}" destId="{C4AC6BC0-0D94-4639-A90C-2332A6AD19E6}" srcOrd="0" destOrd="0" presId="urn:microsoft.com/office/officeart/2018/2/layout/IconLabelList"/>
    <dgm:cxn modelId="{8652B5A4-E3DE-4204-A4D7-50F42904F383}" srcId="{19987539-C286-4887-80EB-4A9274923E73}" destId="{B2829550-0ACA-4241-AC34-B37519DD8DC6}" srcOrd="0" destOrd="0" parTransId="{EEBD85E3-FF2E-4E91-B67C-00B52CC0EF97}" sibTransId="{5A84321F-C57A-4A5A-A8B2-C9DC9EA6822C}"/>
    <dgm:cxn modelId="{A0EBFBC5-19F8-4534-8854-213162C89E63}" srcId="{19987539-C286-4887-80EB-4A9274923E73}" destId="{8A3F500B-780E-4E2A-ADF1-F5F5F37EA538}" srcOrd="2" destOrd="0" parTransId="{8066AE99-1020-4DF7-9B0F-EB4CBCF940AF}" sibTransId="{434F486B-3136-48EB-8DD3-CCEC0E835D14}"/>
    <dgm:cxn modelId="{BE9C01D3-7ED4-4A46-BFA4-1CEC81D89670}" type="presOf" srcId="{19987539-C286-4887-80EB-4A9274923E73}" destId="{8134B770-8995-4EDC-A0FA-BC3E5952537D}" srcOrd="0" destOrd="0" presId="urn:microsoft.com/office/officeart/2018/2/layout/IconLabelList"/>
    <dgm:cxn modelId="{C6A57CD3-FB9A-4D07-92D0-72D677A9E730}" srcId="{19987539-C286-4887-80EB-4A9274923E73}" destId="{2CA6C801-4565-4B47-B5FB-B9B485DD0C59}" srcOrd="1" destOrd="0" parTransId="{DBE4BDB1-D401-430F-969D-8B5F509E129A}" sibTransId="{9038CA76-BFF3-47CE-AC53-BEE7ABE8BE81}"/>
    <dgm:cxn modelId="{064FD361-2C3D-43B0-A8D9-BA3D28F0A3D0}" type="presParOf" srcId="{8134B770-8995-4EDC-A0FA-BC3E5952537D}" destId="{816682D9-3571-4F79-B156-23DFBFCAF5CE}" srcOrd="0" destOrd="0" presId="urn:microsoft.com/office/officeart/2018/2/layout/IconLabelList"/>
    <dgm:cxn modelId="{B48EC3A7-30DB-412E-91A3-F2337A87D0C8}" type="presParOf" srcId="{816682D9-3571-4F79-B156-23DFBFCAF5CE}" destId="{B9B21993-3601-4725-8F6A-22623D510699}" srcOrd="0" destOrd="0" presId="urn:microsoft.com/office/officeart/2018/2/layout/IconLabelList"/>
    <dgm:cxn modelId="{95321BB9-5CC8-4353-A98D-D1B98B30D5D4}" type="presParOf" srcId="{816682D9-3571-4F79-B156-23DFBFCAF5CE}" destId="{54BFE22C-3542-431A-AC39-5BD8B3FBC4D9}" srcOrd="1" destOrd="0" presId="urn:microsoft.com/office/officeart/2018/2/layout/IconLabelList"/>
    <dgm:cxn modelId="{4B42A288-72E1-4E3D-AC10-64CB07CD4A8E}" type="presParOf" srcId="{816682D9-3571-4F79-B156-23DFBFCAF5CE}" destId="{333DBBFA-9AF8-4ADE-8273-45C2529A390A}" srcOrd="2" destOrd="0" presId="urn:microsoft.com/office/officeart/2018/2/layout/IconLabelList"/>
    <dgm:cxn modelId="{D1D03BA7-B5C1-4B44-A519-B8F5BD699597}" type="presParOf" srcId="{8134B770-8995-4EDC-A0FA-BC3E5952537D}" destId="{D789FF83-FBE4-42D4-93AA-23767097F441}" srcOrd="1" destOrd="0" presId="urn:microsoft.com/office/officeart/2018/2/layout/IconLabelList"/>
    <dgm:cxn modelId="{6AC41399-204B-4B07-B64B-B73A2ABE2744}" type="presParOf" srcId="{8134B770-8995-4EDC-A0FA-BC3E5952537D}" destId="{682D5530-8BE2-414D-BFA2-4EBD5AFF98BF}" srcOrd="2" destOrd="0" presId="urn:microsoft.com/office/officeart/2018/2/layout/IconLabelList"/>
    <dgm:cxn modelId="{C618A2D4-3B25-4A9E-B215-C444ED0C39DE}" type="presParOf" srcId="{682D5530-8BE2-414D-BFA2-4EBD5AFF98BF}" destId="{95131D4D-27A6-45E2-B15C-484C79216165}" srcOrd="0" destOrd="0" presId="urn:microsoft.com/office/officeart/2018/2/layout/IconLabelList"/>
    <dgm:cxn modelId="{FBC85A5F-B2C2-42A7-A671-8D7590BADBFF}" type="presParOf" srcId="{682D5530-8BE2-414D-BFA2-4EBD5AFF98BF}" destId="{9DEC1437-09B9-4692-A5B7-DF68162857AD}" srcOrd="1" destOrd="0" presId="urn:microsoft.com/office/officeart/2018/2/layout/IconLabelList"/>
    <dgm:cxn modelId="{820BAF36-CEED-42C8-BCF0-E5D3250F0AEF}" type="presParOf" srcId="{682D5530-8BE2-414D-BFA2-4EBD5AFF98BF}" destId="{E16F092A-6479-418C-A2A9-09A75608112F}" srcOrd="2" destOrd="0" presId="urn:microsoft.com/office/officeart/2018/2/layout/IconLabelList"/>
    <dgm:cxn modelId="{F9D12A44-98F3-4335-806E-F848D04D6404}" type="presParOf" srcId="{8134B770-8995-4EDC-A0FA-BC3E5952537D}" destId="{3B61C17C-4C58-4198-977C-600E58AA7744}" srcOrd="3" destOrd="0" presId="urn:microsoft.com/office/officeart/2018/2/layout/IconLabelList"/>
    <dgm:cxn modelId="{64FAD1BC-D0A6-449C-B713-C867D1933CE6}" type="presParOf" srcId="{8134B770-8995-4EDC-A0FA-BC3E5952537D}" destId="{310FCE0A-C67F-4242-A6D6-49E37825336B}" srcOrd="4" destOrd="0" presId="urn:microsoft.com/office/officeart/2018/2/layout/IconLabelList"/>
    <dgm:cxn modelId="{68846166-1B94-454A-8636-E4C13DCE1BB3}" type="presParOf" srcId="{310FCE0A-C67F-4242-A6D6-49E37825336B}" destId="{55CBB0AD-AEA2-4C20-86A3-5F614236140C}" srcOrd="0" destOrd="0" presId="urn:microsoft.com/office/officeart/2018/2/layout/IconLabelList"/>
    <dgm:cxn modelId="{A5588E56-A60E-4848-988D-064B4C3A33D1}" type="presParOf" srcId="{310FCE0A-C67F-4242-A6D6-49E37825336B}" destId="{71237086-3621-46C7-8DC8-637F7BB4C834}" srcOrd="1" destOrd="0" presId="urn:microsoft.com/office/officeart/2018/2/layout/IconLabelList"/>
    <dgm:cxn modelId="{86E2BDFF-B0CF-4B30-BA66-F366525B0663}" type="presParOf" srcId="{310FCE0A-C67F-4242-A6D6-49E37825336B}" destId="{C4AC6BC0-0D94-4639-A90C-2332A6AD19E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453223F-003A-4B4E-A018-76FE2EB0C203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EF82140-4BE7-4C61-93CC-4DF75D7CEF53}">
      <dgm:prSet/>
      <dgm:spPr/>
      <dgm:t>
        <a:bodyPr/>
        <a:lstStyle/>
        <a:p>
          <a:r>
            <a:rPr lang="en-US"/>
            <a:t>Random (x, y) coordinates sampled in range [0, 100].</a:t>
          </a:r>
        </a:p>
      </dgm:t>
    </dgm:pt>
    <dgm:pt modelId="{71580C8F-46F8-48CD-BD6E-566BBEACC5CC}" type="parTrans" cxnId="{E5F6F343-1E9C-4561-AB1F-243694AC243D}">
      <dgm:prSet/>
      <dgm:spPr/>
      <dgm:t>
        <a:bodyPr/>
        <a:lstStyle/>
        <a:p>
          <a:endParaRPr lang="en-US"/>
        </a:p>
      </dgm:t>
    </dgm:pt>
    <dgm:pt modelId="{5A7AE8CF-AF2F-4D5D-91B8-A8A483A7F31F}" type="sibTrans" cxnId="{E5F6F343-1E9C-4561-AB1F-243694AC243D}">
      <dgm:prSet/>
      <dgm:spPr/>
      <dgm:t>
        <a:bodyPr/>
        <a:lstStyle/>
        <a:p>
          <a:endParaRPr lang="en-US"/>
        </a:p>
      </dgm:t>
    </dgm:pt>
    <dgm:pt modelId="{B50766FF-8A05-480D-8331-4693270D762E}">
      <dgm:prSet/>
      <dgm:spPr/>
      <dgm:t>
        <a:bodyPr/>
        <a:lstStyle/>
        <a:p>
          <a:r>
            <a:rPr lang="en-US"/>
            <a:t>Euclidean distance matrix computed for all city pairs.</a:t>
          </a:r>
        </a:p>
      </dgm:t>
    </dgm:pt>
    <dgm:pt modelId="{137E2C80-BB2E-4690-9780-4A5E30DAF4FE}" type="parTrans" cxnId="{665D14F9-467A-4CDC-BABD-30309CB4DEB6}">
      <dgm:prSet/>
      <dgm:spPr/>
      <dgm:t>
        <a:bodyPr/>
        <a:lstStyle/>
        <a:p>
          <a:endParaRPr lang="en-US"/>
        </a:p>
      </dgm:t>
    </dgm:pt>
    <dgm:pt modelId="{BE08717E-6213-4ADF-BC3E-E855D74FA42C}" type="sibTrans" cxnId="{665D14F9-467A-4CDC-BABD-30309CB4DEB6}">
      <dgm:prSet/>
      <dgm:spPr/>
      <dgm:t>
        <a:bodyPr/>
        <a:lstStyle/>
        <a:p>
          <a:endParaRPr lang="en-US"/>
        </a:p>
      </dgm:t>
    </dgm:pt>
    <dgm:pt modelId="{124978EA-5EB8-4764-A75D-9EA458EB94B4}">
      <dgm:prSet/>
      <dgm:spPr/>
      <dgm:t>
        <a:bodyPr/>
        <a:lstStyle/>
        <a:p>
          <a:r>
            <a:rPr lang="en-US"/>
            <a:t>Small n = 6, 8, 10 used for optimal comparison.</a:t>
          </a:r>
        </a:p>
      </dgm:t>
    </dgm:pt>
    <dgm:pt modelId="{68635D2A-750F-4A0A-8C75-8E269ED31C9F}" type="parTrans" cxnId="{210B2251-6C79-44C2-B9A1-FAA7709095ED}">
      <dgm:prSet/>
      <dgm:spPr/>
      <dgm:t>
        <a:bodyPr/>
        <a:lstStyle/>
        <a:p>
          <a:endParaRPr lang="en-US"/>
        </a:p>
      </dgm:t>
    </dgm:pt>
    <dgm:pt modelId="{D764A1C5-159F-4CF1-8C01-F846D05CBEF9}" type="sibTrans" cxnId="{210B2251-6C79-44C2-B9A1-FAA7709095ED}">
      <dgm:prSet/>
      <dgm:spPr/>
      <dgm:t>
        <a:bodyPr/>
        <a:lstStyle/>
        <a:p>
          <a:endParaRPr lang="en-US"/>
        </a:p>
      </dgm:t>
    </dgm:pt>
    <dgm:pt modelId="{2FF3A1B7-BF1C-4D1A-8A3F-7C66087AE5BE}">
      <dgm:prSet/>
      <dgm:spPr/>
      <dgm:t>
        <a:bodyPr/>
        <a:lstStyle/>
        <a:p>
          <a:r>
            <a:rPr lang="en-US"/>
            <a:t>Large n = 20, 50, 100, 200 for heuristics.</a:t>
          </a:r>
        </a:p>
      </dgm:t>
    </dgm:pt>
    <dgm:pt modelId="{8A8B0D45-DD34-42A7-9CDC-7FFE46791840}" type="parTrans" cxnId="{51EFE54F-6592-4756-BD55-0CA051694AF7}">
      <dgm:prSet/>
      <dgm:spPr/>
      <dgm:t>
        <a:bodyPr/>
        <a:lstStyle/>
        <a:p>
          <a:endParaRPr lang="en-US"/>
        </a:p>
      </dgm:t>
    </dgm:pt>
    <dgm:pt modelId="{11905BB3-5B6A-4581-AE91-5B95E9649137}" type="sibTrans" cxnId="{51EFE54F-6592-4756-BD55-0CA051694AF7}">
      <dgm:prSet/>
      <dgm:spPr/>
      <dgm:t>
        <a:bodyPr/>
        <a:lstStyle/>
        <a:p>
          <a:endParaRPr lang="en-US"/>
        </a:p>
      </dgm:t>
    </dgm:pt>
    <dgm:pt modelId="{384A1140-DAE9-DD41-95BF-52247B868CF9}" type="pres">
      <dgm:prSet presAssocID="{4453223F-003A-4B4E-A018-76FE2EB0C20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FFCD7354-FBEB-4A47-88FA-3C549EACB525}" type="pres">
      <dgm:prSet presAssocID="{FEF82140-4BE7-4C61-93CC-4DF75D7CEF53}" presName="hierRoot1" presStyleCnt="0"/>
      <dgm:spPr/>
    </dgm:pt>
    <dgm:pt modelId="{A4D6380A-F032-DE40-82AF-F82671AB1E86}" type="pres">
      <dgm:prSet presAssocID="{FEF82140-4BE7-4C61-93CC-4DF75D7CEF53}" presName="composite" presStyleCnt="0"/>
      <dgm:spPr/>
    </dgm:pt>
    <dgm:pt modelId="{78EB11F1-74DB-AF45-B96D-AE8C4C8F6560}" type="pres">
      <dgm:prSet presAssocID="{FEF82140-4BE7-4C61-93CC-4DF75D7CEF53}" presName="background" presStyleLbl="node0" presStyleIdx="0" presStyleCnt="4"/>
      <dgm:spPr/>
    </dgm:pt>
    <dgm:pt modelId="{E8934388-DD39-304C-8F3F-F80861D9815A}" type="pres">
      <dgm:prSet presAssocID="{FEF82140-4BE7-4C61-93CC-4DF75D7CEF53}" presName="text" presStyleLbl="fgAcc0" presStyleIdx="0" presStyleCnt="4">
        <dgm:presLayoutVars>
          <dgm:chPref val="3"/>
        </dgm:presLayoutVars>
      </dgm:prSet>
      <dgm:spPr/>
    </dgm:pt>
    <dgm:pt modelId="{7E695D91-C131-0940-99CE-7A36857757A4}" type="pres">
      <dgm:prSet presAssocID="{FEF82140-4BE7-4C61-93CC-4DF75D7CEF53}" presName="hierChild2" presStyleCnt="0"/>
      <dgm:spPr/>
    </dgm:pt>
    <dgm:pt modelId="{4231284B-B893-4F48-8EA7-EEB1BD02386A}" type="pres">
      <dgm:prSet presAssocID="{B50766FF-8A05-480D-8331-4693270D762E}" presName="hierRoot1" presStyleCnt="0"/>
      <dgm:spPr/>
    </dgm:pt>
    <dgm:pt modelId="{1027740C-090E-334B-B27E-3CF98B1DA3E5}" type="pres">
      <dgm:prSet presAssocID="{B50766FF-8A05-480D-8331-4693270D762E}" presName="composite" presStyleCnt="0"/>
      <dgm:spPr/>
    </dgm:pt>
    <dgm:pt modelId="{6C03AF51-9BD1-BD46-B555-FCECF82DCB52}" type="pres">
      <dgm:prSet presAssocID="{B50766FF-8A05-480D-8331-4693270D762E}" presName="background" presStyleLbl="node0" presStyleIdx="1" presStyleCnt="4"/>
      <dgm:spPr/>
    </dgm:pt>
    <dgm:pt modelId="{7E167924-9481-0B4A-B568-63748206D551}" type="pres">
      <dgm:prSet presAssocID="{B50766FF-8A05-480D-8331-4693270D762E}" presName="text" presStyleLbl="fgAcc0" presStyleIdx="1" presStyleCnt="4">
        <dgm:presLayoutVars>
          <dgm:chPref val="3"/>
        </dgm:presLayoutVars>
      </dgm:prSet>
      <dgm:spPr/>
    </dgm:pt>
    <dgm:pt modelId="{A2BB462C-08EC-C84F-B53D-EA9E96458533}" type="pres">
      <dgm:prSet presAssocID="{B50766FF-8A05-480D-8331-4693270D762E}" presName="hierChild2" presStyleCnt="0"/>
      <dgm:spPr/>
    </dgm:pt>
    <dgm:pt modelId="{55EDB434-7B4A-6744-A671-6DFC4B511CE3}" type="pres">
      <dgm:prSet presAssocID="{124978EA-5EB8-4764-A75D-9EA458EB94B4}" presName="hierRoot1" presStyleCnt="0"/>
      <dgm:spPr/>
    </dgm:pt>
    <dgm:pt modelId="{3FF4994A-34BB-5447-B398-DDEE81988549}" type="pres">
      <dgm:prSet presAssocID="{124978EA-5EB8-4764-A75D-9EA458EB94B4}" presName="composite" presStyleCnt="0"/>
      <dgm:spPr/>
    </dgm:pt>
    <dgm:pt modelId="{40A6AA1B-AE6C-C745-AAC8-CD5F156F1BD0}" type="pres">
      <dgm:prSet presAssocID="{124978EA-5EB8-4764-A75D-9EA458EB94B4}" presName="background" presStyleLbl="node0" presStyleIdx="2" presStyleCnt="4"/>
      <dgm:spPr/>
    </dgm:pt>
    <dgm:pt modelId="{4ECE66E0-8C74-B44B-99FC-7D200D76B35A}" type="pres">
      <dgm:prSet presAssocID="{124978EA-5EB8-4764-A75D-9EA458EB94B4}" presName="text" presStyleLbl="fgAcc0" presStyleIdx="2" presStyleCnt="4">
        <dgm:presLayoutVars>
          <dgm:chPref val="3"/>
        </dgm:presLayoutVars>
      </dgm:prSet>
      <dgm:spPr/>
    </dgm:pt>
    <dgm:pt modelId="{0E1E70B0-280E-D54D-9EFB-2DDD33D2F81E}" type="pres">
      <dgm:prSet presAssocID="{124978EA-5EB8-4764-A75D-9EA458EB94B4}" presName="hierChild2" presStyleCnt="0"/>
      <dgm:spPr/>
    </dgm:pt>
    <dgm:pt modelId="{3014D18C-0B61-EC4D-B3C0-2D58EE1B552B}" type="pres">
      <dgm:prSet presAssocID="{2FF3A1B7-BF1C-4D1A-8A3F-7C66087AE5BE}" presName="hierRoot1" presStyleCnt="0"/>
      <dgm:spPr/>
    </dgm:pt>
    <dgm:pt modelId="{CDEB56D1-C1B3-5C4A-B669-E02C35250D51}" type="pres">
      <dgm:prSet presAssocID="{2FF3A1B7-BF1C-4D1A-8A3F-7C66087AE5BE}" presName="composite" presStyleCnt="0"/>
      <dgm:spPr/>
    </dgm:pt>
    <dgm:pt modelId="{1299DE10-F416-964E-BD39-5C36FDC32380}" type="pres">
      <dgm:prSet presAssocID="{2FF3A1B7-BF1C-4D1A-8A3F-7C66087AE5BE}" presName="background" presStyleLbl="node0" presStyleIdx="3" presStyleCnt="4"/>
      <dgm:spPr/>
    </dgm:pt>
    <dgm:pt modelId="{11D361B3-B0D0-374B-A425-B74D25A48897}" type="pres">
      <dgm:prSet presAssocID="{2FF3A1B7-BF1C-4D1A-8A3F-7C66087AE5BE}" presName="text" presStyleLbl="fgAcc0" presStyleIdx="3" presStyleCnt="4">
        <dgm:presLayoutVars>
          <dgm:chPref val="3"/>
        </dgm:presLayoutVars>
      </dgm:prSet>
      <dgm:spPr/>
    </dgm:pt>
    <dgm:pt modelId="{A023E109-3C36-C942-9527-801EBC1E90EF}" type="pres">
      <dgm:prSet presAssocID="{2FF3A1B7-BF1C-4D1A-8A3F-7C66087AE5BE}" presName="hierChild2" presStyleCnt="0"/>
      <dgm:spPr/>
    </dgm:pt>
  </dgm:ptLst>
  <dgm:cxnLst>
    <dgm:cxn modelId="{88346410-D084-D54A-950F-85D44E2C05DE}" type="presOf" srcId="{4453223F-003A-4B4E-A018-76FE2EB0C203}" destId="{384A1140-DAE9-DD41-95BF-52247B868CF9}" srcOrd="0" destOrd="0" presId="urn:microsoft.com/office/officeart/2005/8/layout/hierarchy1"/>
    <dgm:cxn modelId="{F126973E-7DEC-9749-B92D-4C8C27CD717D}" type="presOf" srcId="{124978EA-5EB8-4764-A75D-9EA458EB94B4}" destId="{4ECE66E0-8C74-B44B-99FC-7D200D76B35A}" srcOrd="0" destOrd="0" presId="urn:microsoft.com/office/officeart/2005/8/layout/hierarchy1"/>
    <dgm:cxn modelId="{E5F6F343-1E9C-4561-AB1F-243694AC243D}" srcId="{4453223F-003A-4B4E-A018-76FE2EB0C203}" destId="{FEF82140-4BE7-4C61-93CC-4DF75D7CEF53}" srcOrd="0" destOrd="0" parTransId="{71580C8F-46F8-48CD-BD6E-566BBEACC5CC}" sibTransId="{5A7AE8CF-AF2F-4D5D-91B8-A8A483A7F31F}"/>
    <dgm:cxn modelId="{51EFE54F-6592-4756-BD55-0CA051694AF7}" srcId="{4453223F-003A-4B4E-A018-76FE2EB0C203}" destId="{2FF3A1B7-BF1C-4D1A-8A3F-7C66087AE5BE}" srcOrd="3" destOrd="0" parTransId="{8A8B0D45-DD34-42A7-9CDC-7FFE46791840}" sibTransId="{11905BB3-5B6A-4581-AE91-5B95E9649137}"/>
    <dgm:cxn modelId="{210B2251-6C79-44C2-B9A1-FAA7709095ED}" srcId="{4453223F-003A-4B4E-A018-76FE2EB0C203}" destId="{124978EA-5EB8-4764-A75D-9EA458EB94B4}" srcOrd="2" destOrd="0" parTransId="{68635D2A-750F-4A0A-8C75-8E269ED31C9F}" sibTransId="{D764A1C5-159F-4CF1-8C01-F846D05CBEF9}"/>
    <dgm:cxn modelId="{89CA948B-A8DD-BE4B-80C0-6BEB14C32679}" type="presOf" srcId="{2FF3A1B7-BF1C-4D1A-8A3F-7C66087AE5BE}" destId="{11D361B3-B0D0-374B-A425-B74D25A48897}" srcOrd="0" destOrd="0" presId="urn:microsoft.com/office/officeart/2005/8/layout/hierarchy1"/>
    <dgm:cxn modelId="{E00A1E98-B408-5D40-8BC2-AA607DF5EC0F}" type="presOf" srcId="{FEF82140-4BE7-4C61-93CC-4DF75D7CEF53}" destId="{E8934388-DD39-304C-8F3F-F80861D9815A}" srcOrd="0" destOrd="0" presId="urn:microsoft.com/office/officeart/2005/8/layout/hierarchy1"/>
    <dgm:cxn modelId="{F88974EF-09DF-924A-AFBE-223FA79D28CB}" type="presOf" srcId="{B50766FF-8A05-480D-8331-4693270D762E}" destId="{7E167924-9481-0B4A-B568-63748206D551}" srcOrd="0" destOrd="0" presId="urn:microsoft.com/office/officeart/2005/8/layout/hierarchy1"/>
    <dgm:cxn modelId="{665D14F9-467A-4CDC-BABD-30309CB4DEB6}" srcId="{4453223F-003A-4B4E-A018-76FE2EB0C203}" destId="{B50766FF-8A05-480D-8331-4693270D762E}" srcOrd="1" destOrd="0" parTransId="{137E2C80-BB2E-4690-9780-4A5E30DAF4FE}" sibTransId="{BE08717E-6213-4ADF-BC3E-E855D74FA42C}"/>
    <dgm:cxn modelId="{E0A9DF1B-5571-214B-BFFE-057E7BB95B81}" type="presParOf" srcId="{384A1140-DAE9-DD41-95BF-52247B868CF9}" destId="{FFCD7354-FBEB-4A47-88FA-3C549EACB525}" srcOrd="0" destOrd="0" presId="urn:microsoft.com/office/officeart/2005/8/layout/hierarchy1"/>
    <dgm:cxn modelId="{89A1EE92-916A-FF43-B228-717F15262344}" type="presParOf" srcId="{FFCD7354-FBEB-4A47-88FA-3C549EACB525}" destId="{A4D6380A-F032-DE40-82AF-F82671AB1E86}" srcOrd="0" destOrd="0" presId="urn:microsoft.com/office/officeart/2005/8/layout/hierarchy1"/>
    <dgm:cxn modelId="{A8BA6F61-EAEA-0C42-AF47-4FEA137BBD45}" type="presParOf" srcId="{A4D6380A-F032-DE40-82AF-F82671AB1E86}" destId="{78EB11F1-74DB-AF45-B96D-AE8C4C8F6560}" srcOrd="0" destOrd="0" presId="urn:microsoft.com/office/officeart/2005/8/layout/hierarchy1"/>
    <dgm:cxn modelId="{FC7D604D-3B0F-EB4C-B3AD-5758A1BD77C8}" type="presParOf" srcId="{A4D6380A-F032-DE40-82AF-F82671AB1E86}" destId="{E8934388-DD39-304C-8F3F-F80861D9815A}" srcOrd="1" destOrd="0" presId="urn:microsoft.com/office/officeart/2005/8/layout/hierarchy1"/>
    <dgm:cxn modelId="{B27B09AB-E4F7-D547-BC55-677F54E50290}" type="presParOf" srcId="{FFCD7354-FBEB-4A47-88FA-3C549EACB525}" destId="{7E695D91-C131-0940-99CE-7A36857757A4}" srcOrd="1" destOrd="0" presId="urn:microsoft.com/office/officeart/2005/8/layout/hierarchy1"/>
    <dgm:cxn modelId="{B7C9141D-FBD6-DF43-9A51-E14D3A8681C4}" type="presParOf" srcId="{384A1140-DAE9-DD41-95BF-52247B868CF9}" destId="{4231284B-B893-4F48-8EA7-EEB1BD02386A}" srcOrd="1" destOrd="0" presId="urn:microsoft.com/office/officeart/2005/8/layout/hierarchy1"/>
    <dgm:cxn modelId="{A594CE7B-6FC0-0C46-8F43-9C5835DB8445}" type="presParOf" srcId="{4231284B-B893-4F48-8EA7-EEB1BD02386A}" destId="{1027740C-090E-334B-B27E-3CF98B1DA3E5}" srcOrd="0" destOrd="0" presId="urn:microsoft.com/office/officeart/2005/8/layout/hierarchy1"/>
    <dgm:cxn modelId="{2969B945-CAD6-8E40-BC56-243D1F3EBFF2}" type="presParOf" srcId="{1027740C-090E-334B-B27E-3CF98B1DA3E5}" destId="{6C03AF51-9BD1-BD46-B555-FCECF82DCB52}" srcOrd="0" destOrd="0" presId="urn:microsoft.com/office/officeart/2005/8/layout/hierarchy1"/>
    <dgm:cxn modelId="{4D346509-BE03-B442-B298-091389E061BC}" type="presParOf" srcId="{1027740C-090E-334B-B27E-3CF98B1DA3E5}" destId="{7E167924-9481-0B4A-B568-63748206D551}" srcOrd="1" destOrd="0" presId="urn:microsoft.com/office/officeart/2005/8/layout/hierarchy1"/>
    <dgm:cxn modelId="{9221EEEC-6B65-F04E-835E-35F92AA5B8DE}" type="presParOf" srcId="{4231284B-B893-4F48-8EA7-EEB1BD02386A}" destId="{A2BB462C-08EC-C84F-B53D-EA9E96458533}" srcOrd="1" destOrd="0" presId="urn:microsoft.com/office/officeart/2005/8/layout/hierarchy1"/>
    <dgm:cxn modelId="{D52DD69F-649E-FF49-A3E3-D0965A500603}" type="presParOf" srcId="{384A1140-DAE9-DD41-95BF-52247B868CF9}" destId="{55EDB434-7B4A-6744-A671-6DFC4B511CE3}" srcOrd="2" destOrd="0" presId="urn:microsoft.com/office/officeart/2005/8/layout/hierarchy1"/>
    <dgm:cxn modelId="{E02BF76F-94C6-4045-B1E0-CA556E8BD0FA}" type="presParOf" srcId="{55EDB434-7B4A-6744-A671-6DFC4B511CE3}" destId="{3FF4994A-34BB-5447-B398-DDEE81988549}" srcOrd="0" destOrd="0" presId="urn:microsoft.com/office/officeart/2005/8/layout/hierarchy1"/>
    <dgm:cxn modelId="{2CD21EB3-F90C-2F4F-A4F3-FC0E60BB4F61}" type="presParOf" srcId="{3FF4994A-34BB-5447-B398-DDEE81988549}" destId="{40A6AA1B-AE6C-C745-AAC8-CD5F156F1BD0}" srcOrd="0" destOrd="0" presId="urn:microsoft.com/office/officeart/2005/8/layout/hierarchy1"/>
    <dgm:cxn modelId="{373A5484-07B8-8E43-A7FD-C076D2B56889}" type="presParOf" srcId="{3FF4994A-34BB-5447-B398-DDEE81988549}" destId="{4ECE66E0-8C74-B44B-99FC-7D200D76B35A}" srcOrd="1" destOrd="0" presId="urn:microsoft.com/office/officeart/2005/8/layout/hierarchy1"/>
    <dgm:cxn modelId="{53C6ACE8-0712-A047-9F4B-A20A54F235EA}" type="presParOf" srcId="{55EDB434-7B4A-6744-A671-6DFC4B511CE3}" destId="{0E1E70B0-280E-D54D-9EFB-2DDD33D2F81E}" srcOrd="1" destOrd="0" presId="urn:microsoft.com/office/officeart/2005/8/layout/hierarchy1"/>
    <dgm:cxn modelId="{1B24A5C0-2DA0-4845-B98F-4EFA05EE2AB8}" type="presParOf" srcId="{384A1140-DAE9-DD41-95BF-52247B868CF9}" destId="{3014D18C-0B61-EC4D-B3C0-2D58EE1B552B}" srcOrd="3" destOrd="0" presId="urn:microsoft.com/office/officeart/2005/8/layout/hierarchy1"/>
    <dgm:cxn modelId="{991824EC-DBE4-4943-A647-471DEAE500D3}" type="presParOf" srcId="{3014D18C-0B61-EC4D-B3C0-2D58EE1B552B}" destId="{CDEB56D1-C1B3-5C4A-B669-E02C35250D51}" srcOrd="0" destOrd="0" presId="urn:microsoft.com/office/officeart/2005/8/layout/hierarchy1"/>
    <dgm:cxn modelId="{CBCB4656-6176-614F-B243-D4EA4165DA79}" type="presParOf" srcId="{CDEB56D1-C1B3-5C4A-B669-E02C35250D51}" destId="{1299DE10-F416-964E-BD39-5C36FDC32380}" srcOrd="0" destOrd="0" presId="urn:microsoft.com/office/officeart/2005/8/layout/hierarchy1"/>
    <dgm:cxn modelId="{A81A9CE4-61F3-9048-AEFC-53D117E27FE2}" type="presParOf" srcId="{CDEB56D1-C1B3-5C4A-B669-E02C35250D51}" destId="{11D361B3-B0D0-374B-A425-B74D25A48897}" srcOrd="1" destOrd="0" presId="urn:microsoft.com/office/officeart/2005/8/layout/hierarchy1"/>
    <dgm:cxn modelId="{3B1826C7-28EE-9F4B-BDEC-3C802DD9FCBB}" type="presParOf" srcId="{3014D18C-0B61-EC4D-B3C0-2D58EE1B552B}" destId="{A023E109-3C36-C942-9527-801EBC1E90E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5682026-A42D-4695-B393-F02A1F8C5255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90E40B1-C4CB-48B9-8007-386939EC3216}">
      <dgm:prSet/>
      <dgm:spPr/>
      <dgm:t>
        <a:bodyPr/>
        <a:lstStyle/>
        <a:p>
          <a:r>
            <a:rPr lang="en-US"/>
            <a:t>Brute Force is intractable beyond very small n.</a:t>
          </a:r>
        </a:p>
      </dgm:t>
    </dgm:pt>
    <dgm:pt modelId="{07A0A52B-9454-4BFF-A60F-382AA0D644EE}" type="parTrans" cxnId="{D2B69A1E-D370-4AB5-B889-212329397DFD}">
      <dgm:prSet/>
      <dgm:spPr/>
      <dgm:t>
        <a:bodyPr/>
        <a:lstStyle/>
        <a:p>
          <a:endParaRPr lang="en-US"/>
        </a:p>
      </dgm:t>
    </dgm:pt>
    <dgm:pt modelId="{C3F59BA5-609E-4D7D-BE40-EFBC9C2A7467}" type="sibTrans" cxnId="{D2B69A1E-D370-4AB5-B889-212329397DFD}">
      <dgm:prSet/>
      <dgm:spPr/>
      <dgm:t>
        <a:bodyPr/>
        <a:lstStyle/>
        <a:p>
          <a:endParaRPr lang="en-US"/>
        </a:p>
      </dgm:t>
    </dgm:pt>
    <dgm:pt modelId="{1491E88A-AB28-43FD-A9BE-A257B3CB68CA}">
      <dgm:prSet/>
      <dgm:spPr/>
      <dgm:t>
        <a:bodyPr/>
        <a:lstStyle/>
        <a:p>
          <a:r>
            <a:rPr lang="en-US"/>
            <a:t>Nearest Neighbor is extremely fast and scales well.</a:t>
          </a:r>
        </a:p>
      </dgm:t>
    </dgm:pt>
    <dgm:pt modelId="{2BE87FB5-B799-466F-88CC-18DD694F7B6F}" type="parTrans" cxnId="{99196201-B3C2-441F-AEF6-AF92DC744FD9}">
      <dgm:prSet/>
      <dgm:spPr/>
      <dgm:t>
        <a:bodyPr/>
        <a:lstStyle/>
        <a:p>
          <a:endParaRPr lang="en-US"/>
        </a:p>
      </dgm:t>
    </dgm:pt>
    <dgm:pt modelId="{E23C7875-E76B-41E3-8F4D-D2591C77F1D1}" type="sibTrans" cxnId="{99196201-B3C2-441F-AEF6-AF92DC744FD9}">
      <dgm:prSet/>
      <dgm:spPr/>
      <dgm:t>
        <a:bodyPr/>
        <a:lstStyle/>
        <a:p>
          <a:endParaRPr lang="en-US"/>
        </a:p>
      </dgm:t>
    </dgm:pt>
    <dgm:pt modelId="{25E080DD-763D-4644-B444-FE5267BF7168}">
      <dgm:prSet/>
      <dgm:spPr/>
      <dgm:t>
        <a:bodyPr/>
        <a:lstStyle/>
        <a:p>
          <a:r>
            <a:rPr lang="en-US"/>
            <a:t>2-Opt significantly improves NN solutions.</a:t>
          </a:r>
        </a:p>
      </dgm:t>
    </dgm:pt>
    <dgm:pt modelId="{140F847B-D4B3-44B7-A7E3-BB515D3335D3}" type="parTrans" cxnId="{11F1E853-BC93-4478-9B97-6D1381E646A9}">
      <dgm:prSet/>
      <dgm:spPr/>
      <dgm:t>
        <a:bodyPr/>
        <a:lstStyle/>
        <a:p>
          <a:endParaRPr lang="en-US"/>
        </a:p>
      </dgm:t>
    </dgm:pt>
    <dgm:pt modelId="{890BD8AC-EC7E-4136-A528-DC42A47B628F}" type="sibTrans" cxnId="{11F1E853-BC93-4478-9B97-6D1381E646A9}">
      <dgm:prSet/>
      <dgm:spPr/>
      <dgm:t>
        <a:bodyPr/>
        <a:lstStyle/>
        <a:p>
          <a:endParaRPr lang="en-US"/>
        </a:p>
      </dgm:t>
    </dgm:pt>
    <dgm:pt modelId="{5061BF07-E086-4B9E-9155-C77E33307359}">
      <dgm:prSet/>
      <dgm:spPr/>
      <dgm:t>
        <a:bodyPr/>
        <a:lstStyle/>
        <a:p>
          <a:r>
            <a:rPr lang="en-US"/>
            <a:t>Clear trade-off between runtime and solution quality.</a:t>
          </a:r>
        </a:p>
      </dgm:t>
    </dgm:pt>
    <dgm:pt modelId="{3A6EB106-1F4D-4ED8-B5DD-F354608A32DF}" type="parTrans" cxnId="{5FC3143B-24B5-4825-BDB8-BB11D845BC35}">
      <dgm:prSet/>
      <dgm:spPr/>
      <dgm:t>
        <a:bodyPr/>
        <a:lstStyle/>
        <a:p>
          <a:endParaRPr lang="en-US"/>
        </a:p>
      </dgm:t>
    </dgm:pt>
    <dgm:pt modelId="{E03F13CC-9892-402E-91A3-2E4F3E7FFFC8}" type="sibTrans" cxnId="{5FC3143B-24B5-4825-BDB8-BB11D845BC35}">
      <dgm:prSet/>
      <dgm:spPr/>
      <dgm:t>
        <a:bodyPr/>
        <a:lstStyle/>
        <a:p>
          <a:endParaRPr lang="en-US"/>
        </a:p>
      </dgm:t>
    </dgm:pt>
    <dgm:pt modelId="{399D5041-8103-694B-9304-6D5922196C5E}" type="pres">
      <dgm:prSet presAssocID="{25682026-A42D-4695-B393-F02A1F8C525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4E2CD70-5E40-8348-9F23-27A5F97E7256}" type="pres">
      <dgm:prSet presAssocID="{790E40B1-C4CB-48B9-8007-386939EC3216}" presName="hierRoot1" presStyleCnt="0"/>
      <dgm:spPr/>
    </dgm:pt>
    <dgm:pt modelId="{92250D2D-99FF-BF48-9FCE-0969ED378591}" type="pres">
      <dgm:prSet presAssocID="{790E40B1-C4CB-48B9-8007-386939EC3216}" presName="composite" presStyleCnt="0"/>
      <dgm:spPr/>
    </dgm:pt>
    <dgm:pt modelId="{144A34DC-CBA2-2148-8496-B2908B0C4F97}" type="pres">
      <dgm:prSet presAssocID="{790E40B1-C4CB-48B9-8007-386939EC3216}" presName="background" presStyleLbl="node0" presStyleIdx="0" presStyleCnt="4"/>
      <dgm:spPr/>
    </dgm:pt>
    <dgm:pt modelId="{F24C081A-9D83-B946-848B-3F08A1A871AB}" type="pres">
      <dgm:prSet presAssocID="{790E40B1-C4CB-48B9-8007-386939EC3216}" presName="text" presStyleLbl="fgAcc0" presStyleIdx="0" presStyleCnt="4">
        <dgm:presLayoutVars>
          <dgm:chPref val="3"/>
        </dgm:presLayoutVars>
      </dgm:prSet>
      <dgm:spPr/>
    </dgm:pt>
    <dgm:pt modelId="{74744007-0538-734C-8648-7880EE622310}" type="pres">
      <dgm:prSet presAssocID="{790E40B1-C4CB-48B9-8007-386939EC3216}" presName="hierChild2" presStyleCnt="0"/>
      <dgm:spPr/>
    </dgm:pt>
    <dgm:pt modelId="{9D5CE442-27D4-534A-B0B7-BA4A615FC45A}" type="pres">
      <dgm:prSet presAssocID="{1491E88A-AB28-43FD-A9BE-A257B3CB68CA}" presName="hierRoot1" presStyleCnt="0"/>
      <dgm:spPr/>
    </dgm:pt>
    <dgm:pt modelId="{01FCFA6D-8A1E-864F-B2D2-5E64EF9A4D5C}" type="pres">
      <dgm:prSet presAssocID="{1491E88A-AB28-43FD-A9BE-A257B3CB68CA}" presName="composite" presStyleCnt="0"/>
      <dgm:spPr/>
    </dgm:pt>
    <dgm:pt modelId="{5547FF35-095F-D44E-9D2F-AD1F1084F4DF}" type="pres">
      <dgm:prSet presAssocID="{1491E88A-AB28-43FD-A9BE-A257B3CB68CA}" presName="background" presStyleLbl="node0" presStyleIdx="1" presStyleCnt="4"/>
      <dgm:spPr/>
    </dgm:pt>
    <dgm:pt modelId="{134572DE-F14B-DF4C-B552-A1EB1342BDAF}" type="pres">
      <dgm:prSet presAssocID="{1491E88A-AB28-43FD-A9BE-A257B3CB68CA}" presName="text" presStyleLbl="fgAcc0" presStyleIdx="1" presStyleCnt="4">
        <dgm:presLayoutVars>
          <dgm:chPref val="3"/>
        </dgm:presLayoutVars>
      </dgm:prSet>
      <dgm:spPr/>
    </dgm:pt>
    <dgm:pt modelId="{EF3312B2-8756-6644-9701-30E8F4FC1AEF}" type="pres">
      <dgm:prSet presAssocID="{1491E88A-AB28-43FD-A9BE-A257B3CB68CA}" presName="hierChild2" presStyleCnt="0"/>
      <dgm:spPr/>
    </dgm:pt>
    <dgm:pt modelId="{66DB8C01-F66C-834F-9140-95DB0B88B7B0}" type="pres">
      <dgm:prSet presAssocID="{25E080DD-763D-4644-B444-FE5267BF7168}" presName="hierRoot1" presStyleCnt="0"/>
      <dgm:spPr/>
    </dgm:pt>
    <dgm:pt modelId="{26B1F7EA-82F5-CA48-832D-02B4F7C5384F}" type="pres">
      <dgm:prSet presAssocID="{25E080DD-763D-4644-B444-FE5267BF7168}" presName="composite" presStyleCnt="0"/>
      <dgm:spPr/>
    </dgm:pt>
    <dgm:pt modelId="{07B96B03-9B48-2142-BB08-DF659FDF4166}" type="pres">
      <dgm:prSet presAssocID="{25E080DD-763D-4644-B444-FE5267BF7168}" presName="background" presStyleLbl="node0" presStyleIdx="2" presStyleCnt="4"/>
      <dgm:spPr/>
    </dgm:pt>
    <dgm:pt modelId="{369154B7-4769-684F-8204-EF659F715894}" type="pres">
      <dgm:prSet presAssocID="{25E080DD-763D-4644-B444-FE5267BF7168}" presName="text" presStyleLbl="fgAcc0" presStyleIdx="2" presStyleCnt="4">
        <dgm:presLayoutVars>
          <dgm:chPref val="3"/>
        </dgm:presLayoutVars>
      </dgm:prSet>
      <dgm:spPr/>
    </dgm:pt>
    <dgm:pt modelId="{44EB44DF-E475-FF41-8DC0-D4E5977C2224}" type="pres">
      <dgm:prSet presAssocID="{25E080DD-763D-4644-B444-FE5267BF7168}" presName="hierChild2" presStyleCnt="0"/>
      <dgm:spPr/>
    </dgm:pt>
    <dgm:pt modelId="{1D0A7ACF-0560-E244-86E9-EF6F0578DC68}" type="pres">
      <dgm:prSet presAssocID="{5061BF07-E086-4B9E-9155-C77E33307359}" presName="hierRoot1" presStyleCnt="0"/>
      <dgm:spPr/>
    </dgm:pt>
    <dgm:pt modelId="{A1847C40-1D43-F741-9C0B-18D27A19DCA5}" type="pres">
      <dgm:prSet presAssocID="{5061BF07-E086-4B9E-9155-C77E33307359}" presName="composite" presStyleCnt="0"/>
      <dgm:spPr/>
    </dgm:pt>
    <dgm:pt modelId="{E68628A6-AF5A-F447-B451-CD0E9622B4FF}" type="pres">
      <dgm:prSet presAssocID="{5061BF07-E086-4B9E-9155-C77E33307359}" presName="background" presStyleLbl="node0" presStyleIdx="3" presStyleCnt="4"/>
      <dgm:spPr/>
    </dgm:pt>
    <dgm:pt modelId="{6120EFA0-768C-DD4A-83C6-068606AD6E14}" type="pres">
      <dgm:prSet presAssocID="{5061BF07-E086-4B9E-9155-C77E33307359}" presName="text" presStyleLbl="fgAcc0" presStyleIdx="3" presStyleCnt="4">
        <dgm:presLayoutVars>
          <dgm:chPref val="3"/>
        </dgm:presLayoutVars>
      </dgm:prSet>
      <dgm:spPr/>
    </dgm:pt>
    <dgm:pt modelId="{A755D63E-37B7-2A40-9FE1-8559A34B28A4}" type="pres">
      <dgm:prSet presAssocID="{5061BF07-E086-4B9E-9155-C77E33307359}" presName="hierChild2" presStyleCnt="0"/>
      <dgm:spPr/>
    </dgm:pt>
  </dgm:ptLst>
  <dgm:cxnLst>
    <dgm:cxn modelId="{99196201-B3C2-441F-AEF6-AF92DC744FD9}" srcId="{25682026-A42D-4695-B393-F02A1F8C5255}" destId="{1491E88A-AB28-43FD-A9BE-A257B3CB68CA}" srcOrd="1" destOrd="0" parTransId="{2BE87FB5-B799-466F-88CC-18DD694F7B6F}" sibTransId="{E23C7875-E76B-41E3-8F4D-D2591C77F1D1}"/>
    <dgm:cxn modelId="{D2B69A1E-D370-4AB5-B889-212329397DFD}" srcId="{25682026-A42D-4695-B393-F02A1F8C5255}" destId="{790E40B1-C4CB-48B9-8007-386939EC3216}" srcOrd="0" destOrd="0" parTransId="{07A0A52B-9454-4BFF-A60F-382AA0D644EE}" sibTransId="{C3F59BA5-609E-4D7D-BE40-EFBC9C2A7467}"/>
    <dgm:cxn modelId="{5FC3143B-24B5-4825-BDB8-BB11D845BC35}" srcId="{25682026-A42D-4695-B393-F02A1F8C5255}" destId="{5061BF07-E086-4B9E-9155-C77E33307359}" srcOrd="3" destOrd="0" parTransId="{3A6EB106-1F4D-4ED8-B5DD-F354608A32DF}" sibTransId="{E03F13CC-9892-402E-91A3-2E4F3E7FFFC8}"/>
    <dgm:cxn modelId="{A0582C40-4129-EF40-AB47-2E9D4BAA81D4}" type="presOf" srcId="{1491E88A-AB28-43FD-A9BE-A257B3CB68CA}" destId="{134572DE-F14B-DF4C-B552-A1EB1342BDAF}" srcOrd="0" destOrd="0" presId="urn:microsoft.com/office/officeart/2005/8/layout/hierarchy1"/>
    <dgm:cxn modelId="{11F1E853-BC93-4478-9B97-6D1381E646A9}" srcId="{25682026-A42D-4695-B393-F02A1F8C5255}" destId="{25E080DD-763D-4644-B444-FE5267BF7168}" srcOrd="2" destOrd="0" parTransId="{140F847B-D4B3-44B7-A7E3-BB515D3335D3}" sibTransId="{890BD8AC-EC7E-4136-A528-DC42A47B628F}"/>
    <dgm:cxn modelId="{2D866B6C-C7D6-7B42-824F-2BD8A03EB245}" type="presOf" srcId="{5061BF07-E086-4B9E-9155-C77E33307359}" destId="{6120EFA0-768C-DD4A-83C6-068606AD6E14}" srcOrd="0" destOrd="0" presId="urn:microsoft.com/office/officeart/2005/8/layout/hierarchy1"/>
    <dgm:cxn modelId="{E39B2E90-F802-5B4A-9970-BBC51E2D9CE1}" type="presOf" srcId="{25E080DD-763D-4644-B444-FE5267BF7168}" destId="{369154B7-4769-684F-8204-EF659F715894}" srcOrd="0" destOrd="0" presId="urn:microsoft.com/office/officeart/2005/8/layout/hierarchy1"/>
    <dgm:cxn modelId="{4A0CF1CC-8314-584A-8A02-75D90D14A588}" type="presOf" srcId="{25682026-A42D-4695-B393-F02A1F8C5255}" destId="{399D5041-8103-694B-9304-6D5922196C5E}" srcOrd="0" destOrd="0" presId="urn:microsoft.com/office/officeart/2005/8/layout/hierarchy1"/>
    <dgm:cxn modelId="{987F88D9-9F48-2F45-B43B-CF09BD54EE66}" type="presOf" srcId="{790E40B1-C4CB-48B9-8007-386939EC3216}" destId="{F24C081A-9D83-B946-848B-3F08A1A871AB}" srcOrd="0" destOrd="0" presId="urn:microsoft.com/office/officeart/2005/8/layout/hierarchy1"/>
    <dgm:cxn modelId="{A3CFD810-42F1-0143-86A3-CF940F44443B}" type="presParOf" srcId="{399D5041-8103-694B-9304-6D5922196C5E}" destId="{24E2CD70-5E40-8348-9F23-27A5F97E7256}" srcOrd="0" destOrd="0" presId="urn:microsoft.com/office/officeart/2005/8/layout/hierarchy1"/>
    <dgm:cxn modelId="{3EE3231A-FF96-884B-ADAB-ACE99C07E31E}" type="presParOf" srcId="{24E2CD70-5E40-8348-9F23-27A5F97E7256}" destId="{92250D2D-99FF-BF48-9FCE-0969ED378591}" srcOrd="0" destOrd="0" presId="urn:microsoft.com/office/officeart/2005/8/layout/hierarchy1"/>
    <dgm:cxn modelId="{8B774EAB-EA00-E443-967E-286D600EBB16}" type="presParOf" srcId="{92250D2D-99FF-BF48-9FCE-0969ED378591}" destId="{144A34DC-CBA2-2148-8496-B2908B0C4F97}" srcOrd="0" destOrd="0" presId="urn:microsoft.com/office/officeart/2005/8/layout/hierarchy1"/>
    <dgm:cxn modelId="{F52C45D9-8387-0644-8EDD-E5549CBC8FC4}" type="presParOf" srcId="{92250D2D-99FF-BF48-9FCE-0969ED378591}" destId="{F24C081A-9D83-B946-848B-3F08A1A871AB}" srcOrd="1" destOrd="0" presId="urn:microsoft.com/office/officeart/2005/8/layout/hierarchy1"/>
    <dgm:cxn modelId="{DBDA367A-9490-5F48-8E7D-7434542C5DE8}" type="presParOf" srcId="{24E2CD70-5E40-8348-9F23-27A5F97E7256}" destId="{74744007-0538-734C-8648-7880EE622310}" srcOrd="1" destOrd="0" presId="urn:microsoft.com/office/officeart/2005/8/layout/hierarchy1"/>
    <dgm:cxn modelId="{52514674-73F9-1E47-948B-235D2EC1BC21}" type="presParOf" srcId="{399D5041-8103-694B-9304-6D5922196C5E}" destId="{9D5CE442-27D4-534A-B0B7-BA4A615FC45A}" srcOrd="1" destOrd="0" presId="urn:microsoft.com/office/officeart/2005/8/layout/hierarchy1"/>
    <dgm:cxn modelId="{542CA59F-6DC5-4C4B-8E96-C6502CFCD14C}" type="presParOf" srcId="{9D5CE442-27D4-534A-B0B7-BA4A615FC45A}" destId="{01FCFA6D-8A1E-864F-B2D2-5E64EF9A4D5C}" srcOrd="0" destOrd="0" presId="urn:microsoft.com/office/officeart/2005/8/layout/hierarchy1"/>
    <dgm:cxn modelId="{13B7AADA-35FF-EC41-89CA-66D550EE9B53}" type="presParOf" srcId="{01FCFA6D-8A1E-864F-B2D2-5E64EF9A4D5C}" destId="{5547FF35-095F-D44E-9D2F-AD1F1084F4DF}" srcOrd="0" destOrd="0" presId="urn:microsoft.com/office/officeart/2005/8/layout/hierarchy1"/>
    <dgm:cxn modelId="{F7CBD683-BD32-B14C-B3C7-58094FD731CB}" type="presParOf" srcId="{01FCFA6D-8A1E-864F-B2D2-5E64EF9A4D5C}" destId="{134572DE-F14B-DF4C-B552-A1EB1342BDAF}" srcOrd="1" destOrd="0" presId="urn:microsoft.com/office/officeart/2005/8/layout/hierarchy1"/>
    <dgm:cxn modelId="{E6E9DE60-8A50-D945-A104-45DB613AED23}" type="presParOf" srcId="{9D5CE442-27D4-534A-B0B7-BA4A615FC45A}" destId="{EF3312B2-8756-6644-9701-30E8F4FC1AEF}" srcOrd="1" destOrd="0" presId="urn:microsoft.com/office/officeart/2005/8/layout/hierarchy1"/>
    <dgm:cxn modelId="{3274D701-6386-4444-B716-F88A639DB3D3}" type="presParOf" srcId="{399D5041-8103-694B-9304-6D5922196C5E}" destId="{66DB8C01-F66C-834F-9140-95DB0B88B7B0}" srcOrd="2" destOrd="0" presId="urn:microsoft.com/office/officeart/2005/8/layout/hierarchy1"/>
    <dgm:cxn modelId="{20D8CCF7-A460-D340-BE44-165E2DA4A0F0}" type="presParOf" srcId="{66DB8C01-F66C-834F-9140-95DB0B88B7B0}" destId="{26B1F7EA-82F5-CA48-832D-02B4F7C5384F}" srcOrd="0" destOrd="0" presId="urn:microsoft.com/office/officeart/2005/8/layout/hierarchy1"/>
    <dgm:cxn modelId="{EB796A89-9157-9C43-AE61-58730F3DB8AC}" type="presParOf" srcId="{26B1F7EA-82F5-CA48-832D-02B4F7C5384F}" destId="{07B96B03-9B48-2142-BB08-DF659FDF4166}" srcOrd="0" destOrd="0" presId="urn:microsoft.com/office/officeart/2005/8/layout/hierarchy1"/>
    <dgm:cxn modelId="{7C54FDC7-ADAC-D449-A046-BBC25C2B531C}" type="presParOf" srcId="{26B1F7EA-82F5-CA48-832D-02B4F7C5384F}" destId="{369154B7-4769-684F-8204-EF659F715894}" srcOrd="1" destOrd="0" presId="urn:microsoft.com/office/officeart/2005/8/layout/hierarchy1"/>
    <dgm:cxn modelId="{9773114F-B4D6-9D4D-8976-538F9DB2C77E}" type="presParOf" srcId="{66DB8C01-F66C-834F-9140-95DB0B88B7B0}" destId="{44EB44DF-E475-FF41-8DC0-D4E5977C2224}" srcOrd="1" destOrd="0" presId="urn:microsoft.com/office/officeart/2005/8/layout/hierarchy1"/>
    <dgm:cxn modelId="{522F79F6-5AA7-4642-8797-72B3B50CD160}" type="presParOf" srcId="{399D5041-8103-694B-9304-6D5922196C5E}" destId="{1D0A7ACF-0560-E244-86E9-EF6F0578DC68}" srcOrd="3" destOrd="0" presId="urn:microsoft.com/office/officeart/2005/8/layout/hierarchy1"/>
    <dgm:cxn modelId="{8CFE8D68-FF4F-9844-9FC7-E600C8402F80}" type="presParOf" srcId="{1D0A7ACF-0560-E244-86E9-EF6F0578DC68}" destId="{A1847C40-1D43-F741-9C0B-18D27A19DCA5}" srcOrd="0" destOrd="0" presId="urn:microsoft.com/office/officeart/2005/8/layout/hierarchy1"/>
    <dgm:cxn modelId="{A425D6DC-C027-B442-B3A1-6EE0644F765B}" type="presParOf" srcId="{A1847C40-1D43-F741-9C0B-18D27A19DCA5}" destId="{E68628A6-AF5A-F447-B451-CD0E9622B4FF}" srcOrd="0" destOrd="0" presId="urn:microsoft.com/office/officeart/2005/8/layout/hierarchy1"/>
    <dgm:cxn modelId="{95A3AB76-FED0-2447-B1C7-38BF73190D8A}" type="presParOf" srcId="{A1847C40-1D43-F741-9C0B-18D27A19DCA5}" destId="{6120EFA0-768C-DD4A-83C6-068606AD6E14}" srcOrd="1" destOrd="0" presId="urn:microsoft.com/office/officeart/2005/8/layout/hierarchy1"/>
    <dgm:cxn modelId="{292B4FCE-664A-C644-B329-8F99501250F0}" type="presParOf" srcId="{1D0A7ACF-0560-E244-86E9-EF6F0578DC68}" destId="{A755D63E-37B7-2A40-9FE1-8559A34B28A4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CF96E72-282E-4F8C-8B2F-6D11F22C4CC3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BC990B7-A543-4162-A1D3-73E38A6A02A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Heuristics offer practical alternatives to exact algorithms.</a:t>
          </a:r>
        </a:p>
      </dgm:t>
    </dgm:pt>
    <dgm:pt modelId="{EC2A5450-9953-403A-B5CE-A179D539F917}" type="parTrans" cxnId="{7EAB70BB-F5FA-47EE-88FB-54F55DD630A0}">
      <dgm:prSet/>
      <dgm:spPr/>
      <dgm:t>
        <a:bodyPr/>
        <a:lstStyle/>
        <a:p>
          <a:endParaRPr lang="en-US"/>
        </a:p>
      </dgm:t>
    </dgm:pt>
    <dgm:pt modelId="{04855B7A-6265-42FD-A5D7-0654EB00E045}" type="sibTrans" cxnId="{7EAB70BB-F5FA-47EE-88FB-54F55DD630A0}">
      <dgm:prSet/>
      <dgm:spPr/>
      <dgm:t>
        <a:bodyPr/>
        <a:lstStyle/>
        <a:p>
          <a:endParaRPr lang="en-US"/>
        </a:p>
      </dgm:t>
    </dgm:pt>
    <dgm:pt modelId="{424EACAD-4735-49F1-ACC2-3B7AF6957E7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2-Opt dramatically improves solution quality.</a:t>
          </a:r>
        </a:p>
      </dgm:t>
    </dgm:pt>
    <dgm:pt modelId="{C6D4C2C1-153F-462E-9BB2-44B8961D0201}" type="parTrans" cxnId="{A089F591-AF4D-4E63-9660-94CBE1A4D212}">
      <dgm:prSet/>
      <dgm:spPr/>
      <dgm:t>
        <a:bodyPr/>
        <a:lstStyle/>
        <a:p>
          <a:endParaRPr lang="en-US"/>
        </a:p>
      </dgm:t>
    </dgm:pt>
    <dgm:pt modelId="{6E4EE9BB-4197-4A2C-B305-FD183B5BBCA3}" type="sibTrans" cxnId="{A089F591-AF4D-4E63-9660-94CBE1A4D212}">
      <dgm:prSet/>
      <dgm:spPr/>
      <dgm:t>
        <a:bodyPr/>
        <a:lstStyle/>
        <a:p>
          <a:endParaRPr lang="en-US"/>
        </a:p>
      </dgm:t>
    </dgm:pt>
    <dgm:pt modelId="{11099C67-5481-4489-86C9-D7831F2D775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Framework can be extended with 3-Opt, SA, GA, Christofides.</a:t>
          </a:r>
        </a:p>
      </dgm:t>
    </dgm:pt>
    <dgm:pt modelId="{C2DFE241-F6AD-4D01-BEE2-8B5D8CBE0E1E}" type="parTrans" cxnId="{C41060FF-BE6E-4AD1-8C09-B21698A6318B}">
      <dgm:prSet/>
      <dgm:spPr/>
      <dgm:t>
        <a:bodyPr/>
        <a:lstStyle/>
        <a:p>
          <a:endParaRPr lang="en-US"/>
        </a:p>
      </dgm:t>
    </dgm:pt>
    <dgm:pt modelId="{F7847D26-17CE-4950-ACD5-DD3DC14873A4}" type="sibTrans" cxnId="{C41060FF-BE6E-4AD1-8C09-B21698A6318B}">
      <dgm:prSet/>
      <dgm:spPr/>
      <dgm:t>
        <a:bodyPr/>
        <a:lstStyle/>
        <a:p>
          <a:endParaRPr lang="en-US"/>
        </a:p>
      </dgm:t>
    </dgm:pt>
    <dgm:pt modelId="{AE7B6F4D-7316-46A1-8004-2F0DC73F970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TSP highlights the importance of approximation in NP-hard problems.</a:t>
          </a:r>
        </a:p>
      </dgm:t>
    </dgm:pt>
    <dgm:pt modelId="{764AB99E-62F4-4DB9-A838-6A5E89F2124E}" type="parTrans" cxnId="{16B08475-16F9-4890-B367-6C0E1533E051}">
      <dgm:prSet/>
      <dgm:spPr/>
      <dgm:t>
        <a:bodyPr/>
        <a:lstStyle/>
        <a:p>
          <a:endParaRPr lang="en-US"/>
        </a:p>
      </dgm:t>
    </dgm:pt>
    <dgm:pt modelId="{C251EC0F-CF63-4C0B-B373-D8CD7DD12E7D}" type="sibTrans" cxnId="{16B08475-16F9-4890-B367-6C0E1533E051}">
      <dgm:prSet/>
      <dgm:spPr/>
      <dgm:t>
        <a:bodyPr/>
        <a:lstStyle/>
        <a:p>
          <a:endParaRPr lang="en-US"/>
        </a:p>
      </dgm:t>
    </dgm:pt>
    <dgm:pt modelId="{3801CC73-57CA-4367-A99E-CC052DE9E2DF}" type="pres">
      <dgm:prSet presAssocID="{8CF96E72-282E-4F8C-8B2F-6D11F22C4CC3}" presName="root" presStyleCnt="0">
        <dgm:presLayoutVars>
          <dgm:dir/>
          <dgm:resizeHandles val="exact"/>
        </dgm:presLayoutVars>
      </dgm:prSet>
      <dgm:spPr/>
    </dgm:pt>
    <dgm:pt modelId="{B5832D09-2627-416D-8E03-1D3203CE5BA7}" type="pres">
      <dgm:prSet presAssocID="{5BC990B7-A543-4162-A1D3-73E38A6A02A5}" presName="compNode" presStyleCnt="0"/>
      <dgm:spPr/>
    </dgm:pt>
    <dgm:pt modelId="{8AAB0194-2D65-4D59-96DC-23798121F4BD}" type="pres">
      <dgm:prSet presAssocID="{5BC990B7-A543-4162-A1D3-73E38A6A02A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58CA47D4-7BE4-4D68-B634-9BDD9886E489}" type="pres">
      <dgm:prSet presAssocID="{5BC990B7-A543-4162-A1D3-73E38A6A02A5}" presName="spaceRect" presStyleCnt="0"/>
      <dgm:spPr/>
    </dgm:pt>
    <dgm:pt modelId="{C7BBBFA6-D70B-4323-BBAA-DB1415D59094}" type="pres">
      <dgm:prSet presAssocID="{5BC990B7-A543-4162-A1D3-73E38A6A02A5}" presName="textRect" presStyleLbl="revTx" presStyleIdx="0" presStyleCnt="4">
        <dgm:presLayoutVars>
          <dgm:chMax val="1"/>
          <dgm:chPref val="1"/>
        </dgm:presLayoutVars>
      </dgm:prSet>
      <dgm:spPr/>
    </dgm:pt>
    <dgm:pt modelId="{6C74DDFA-9F9F-415D-8BC2-922967E79FB4}" type="pres">
      <dgm:prSet presAssocID="{04855B7A-6265-42FD-A5D7-0654EB00E045}" presName="sibTrans" presStyleCnt="0"/>
      <dgm:spPr/>
    </dgm:pt>
    <dgm:pt modelId="{750F807C-C603-4AB3-AC96-860B57651984}" type="pres">
      <dgm:prSet presAssocID="{424EACAD-4735-49F1-ACC2-3B7AF6957E7C}" presName="compNode" presStyleCnt="0"/>
      <dgm:spPr/>
    </dgm:pt>
    <dgm:pt modelId="{EDA698AE-4945-428D-BD42-C7910E981E04}" type="pres">
      <dgm:prSet presAssocID="{424EACAD-4735-49F1-ACC2-3B7AF6957E7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3EFED96B-DA6B-4661-BD76-C234EA56D063}" type="pres">
      <dgm:prSet presAssocID="{424EACAD-4735-49F1-ACC2-3B7AF6957E7C}" presName="spaceRect" presStyleCnt="0"/>
      <dgm:spPr/>
    </dgm:pt>
    <dgm:pt modelId="{ED29732D-620A-4ECD-8216-DF29647BB769}" type="pres">
      <dgm:prSet presAssocID="{424EACAD-4735-49F1-ACC2-3B7AF6957E7C}" presName="textRect" presStyleLbl="revTx" presStyleIdx="1" presStyleCnt="4">
        <dgm:presLayoutVars>
          <dgm:chMax val="1"/>
          <dgm:chPref val="1"/>
        </dgm:presLayoutVars>
      </dgm:prSet>
      <dgm:spPr/>
    </dgm:pt>
    <dgm:pt modelId="{C60A0D9E-E1F1-4AE7-964C-D233E1B399CF}" type="pres">
      <dgm:prSet presAssocID="{6E4EE9BB-4197-4A2C-B305-FD183B5BBCA3}" presName="sibTrans" presStyleCnt="0"/>
      <dgm:spPr/>
    </dgm:pt>
    <dgm:pt modelId="{5CFCA980-FDD0-4B42-A9AE-B7D53F157147}" type="pres">
      <dgm:prSet presAssocID="{11099C67-5481-4489-86C9-D7831F2D7757}" presName="compNode" presStyleCnt="0"/>
      <dgm:spPr/>
    </dgm:pt>
    <dgm:pt modelId="{8EFEAAC9-A5FC-4E98-8C7D-D6F3C3427B99}" type="pres">
      <dgm:prSet presAssocID="{11099C67-5481-4489-86C9-D7831F2D775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495A8FDF-8E4E-4B09-989C-3C22A9B908B0}" type="pres">
      <dgm:prSet presAssocID="{11099C67-5481-4489-86C9-D7831F2D7757}" presName="spaceRect" presStyleCnt="0"/>
      <dgm:spPr/>
    </dgm:pt>
    <dgm:pt modelId="{46AFF1CF-FF13-4699-BD13-92508B4457AB}" type="pres">
      <dgm:prSet presAssocID="{11099C67-5481-4489-86C9-D7831F2D7757}" presName="textRect" presStyleLbl="revTx" presStyleIdx="2" presStyleCnt="4">
        <dgm:presLayoutVars>
          <dgm:chMax val="1"/>
          <dgm:chPref val="1"/>
        </dgm:presLayoutVars>
      </dgm:prSet>
      <dgm:spPr/>
    </dgm:pt>
    <dgm:pt modelId="{A1D31B7B-A4BA-4C03-A769-9268529F0165}" type="pres">
      <dgm:prSet presAssocID="{F7847D26-17CE-4950-ACD5-DD3DC14873A4}" presName="sibTrans" presStyleCnt="0"/>
      <dgm:spPr/>
    </dgm:pt>
    <dgm:pt modelId="{43E7E54A-5327-4CDC-B956-4549D825C309}" type="pres">
      <dgm:prSet presAssocID="{AE7B6F4D-7316-46A1-8004-2F0DC73F9702}" presName="compNode" presStyleCnt="0"/>
      <dgm:spPr/>
    </dgm:pt>
    <dgm:pt modelId="{39251A1B-6A1A-4665-A3E5-071A839D2053}" type="pres">
      <dgm:prSet presAssocID="{AE7B6F4D-7316-46A1-8004-2F0DC73F970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rritant"/>
        </a:ext>
      </dgm:extLst>
    </dgm:pt>
    <dgm:pt modelId="{F1E4B970-46E0-470E-8732-04C8DD431027}" type="pres">
      <dgm:prSet presAssocID="{AE7B6F4D-7316-46A1-8004-2F0DC73F9702}" presName="spaceRect" presStyleCnt="0"/>
      <dgm:spPr/>
    </dgm:pt>
    <dgm:pt modelId="{49D18987-764E-43AB-B510-148B51EE9097}" type="pres">
      <dgm:prSet presAssocID="{AE7B6F4D-7316-46A1-8004-2F0DC73F970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25CC1823-F567-475C-AC27-C91D38B99B73}" type="presOf" srcId="{424EACAD-4735-49F1-ACC2-3B7AF6957E7C}" destId="{ED29732D-620A-4ECD-8216-DF29647BB769}" srcOrd="0" destOrd="0" presId="urn:microsoft.com/office/officeart/2018/2/layout/IconLabelList"/>
    <dgm:cxn modelId="{E24ABF61-61D6-42EC-B0E6-FD33BD882905}" type="presOf" srcId="{11099C67-5481-4489-86C9-D7831F2D7757}" destId="{46AFF1CF-FF13-4699-BD13-92508B4457AB}" srcOrd="0" destOrd="0" presId="urn:microsoft.com/office/officeart/2018/2/layout/IconLabelList"/>
    <dgm:cxn modelId="{16B08475-16F9-4890-B367-6C0E1533E051}" srcId="{8CF96E72-282E-4F8C-8B2F-6D11F22C4CC3}" destId="{AE7B6F4D-7316-46A1-8004-2F0DC73F9702}" srcOrd="3" destOrd="0" parTransId="{764AB99E-62F4-4DB9-A838-6A5E89F2124E}" sibTransId="{C251EC0F-CF63-4C0B-B373-D8CD7DD12E7D}"/>
    <dgm:cxn modelId="{A089F591-AF4D-4E63-9660-94CBE1A4D212}" srcId="{8CF96E72-282E-4F8C-8B2F-6D11F22C4CC3}" destId="{424EACAD-4735-49F1-ACC2-3B7AF6957E7C}" srcOrd="1" destOrd="0" parTransId="{C6D4C2C1-153F-462E-9BB2-44B8961D0201}" sibTransId="{6E4EE9BB-4197-4A2C-B305-FD183B5BBCA3}"/>
    <dgm:cxn modelId="{5E0118A6-1A2C-4EF2-B7D0-B0DA013EC537}" type="presOf" srcId="{AE7B6F4D-7316-46A1-8004-2F0DC73F9702}" destId="{49D18987-764E-43AB-B510-148B51EE9097}" srcOrd="0" destOrd="0" presId="urn:microsoft.com/office/officeart/2018/2/layout/IconLabelList"/>
    <dgm:cxn modelId="{7EAB70BB-F5FA-47EE-88FB-54F55DD630A0}" srcId="{8CF96E72-282E-4F8C-8B2F-6D11F22C4CC3}" destId="{5BC990B7-A543-4162-A1D3-73E38A6A02A5}" srcOrd="0" destOrd="0" parTransId="{EC2A5450-9953-403A-B5CE-A179D539F917}" sibTransId="{04855B7A-6265-42FD-A5D7-0654EB00E045}"/>
    <dgm:cxn modelId="{9C6E94D3-D131-4BF0-8D97-7B878B610882}" type="presOf" srcId="{8CF96E72-282E-4F8C-8B2F-6D11F22C4CC3}" destId="{3801CC73-57CA-4367-A99E-CC052DE9E2DF}" srcOrd="0" destOrd="0" presId="urn:microsoft.com/office/officeart/2018/2/layout/IconLabelList"/>
    <dgm:cxn modelId="{637A02FA-289B-4A42-AC01-0FA348D00BAD}" type="presOf" srcId="{5BC990B7-A543-4162-A1D3-73E38A6A02A5}" destId="{C7BBBFA6-D70B-4323-BBAA-DB1415D59094}" srcOrd="0" destOrd="0" presId="urn:microsoft.com/office/officeart/2018/2/layout/IconLabelList"/>
    <dgm:cxn modelId="{C41060FF-BE6E-4AD1-8C09-B21698A6318B}" srcId="{8CF96E72-282E-4F8C-8B2F-6D11F22C4CC3}" destId="{11099C67-5481-4489-86C9-D7831F2D7757}" srcOrd="2" destOrd="0" parTransId="{C2DFE241-F6AD-4D01-BEE2-8B5D8CBE0E1E}" sibTransId="{F7847D26-17CE-4950-ACD5-DD3DC14873A4}"/>
    <dgm:cxn modelId="{BCD127E8-DFB4-412E-9E22-FF0455C3EDD9}" type="presParOf" srcId="{3801CC73-57CA-4367-A99E-CC052DE9E2DF}" destId="{B5832D09-2627-416D-8E03-1D3203CE5BA7}" srcOrd="0" destOrd="0" presId="urn:microsoft.com/office/officeart/2018/2/layout/IconLabelList"/>
    <dgm:cxn modelId="{7327264F-C040-450E-B860-4623B04F8A25}" type="presParOf" srcId="{B5832D09-2627-416D-8E03-1D3203CE5BA7}" destId="{8AAB0194-2D65-4D59-96DC-23798121F4BD}" srcOrd="0" destOrd="0" presId="urn:microsoft.com/office/officeart/2018/2/layout/IconLabelList"/>
    <dgm:cxn modelId="{FF769D64-88A8-4813-9B23-F978F0B01B59}" type="presParOf" srcId="{B5832D09-2627-416D-8E03-1D3203CE5BA7}" destId="{58CA47D4-7BE4-4D68-B634-9BDD9886E489}" srcOrd="1" destOrd="0" presId="urn:microsoft.com/office/officeart/2018/2/layout/IconLabelList"/>
    <dgm:cxn modelId="{EF23A310-94E7-41C3-9580-98FBBC230D8D}" type="presParOf" srcId="{B5832D09-2627-416D-8E03-1D3203CE5BA7}" destId="{C7BBBFA6-D70B-4323-BBAA-DB1415D59094}" srcOrd="2" destOrd="0" presId="urn:microsoft.com/office/officeart/2018/2/layout/IconLabelList"/>
    <dgm:cxn modelId="{132B34BD-A5FB-4A76-BF0C-00809905D2F7}" type="presParOf" srcId="{3801CC73-57CA-4367-A99E-CC052DE9E2DF}" destId="{6C74DDFA-9F9F-415D-8BC2-922967E79FB4}" srcOrd="1" destOrd="0" presId="urn:microsoft.com/office/officeart/2018/2/layout/IconLabelList"/>
    <dgm:cxn modelId="{462B5AD3-4B6F-485E-B303-35CB3E36E7A7}" type="presParOf" srcId="{3801CC73-57CA-4367-A99E-CC052DE9E2DF}" destId="{750F807C-C603-4AB3-AC96-860B57651984}" srcOrd="2" destOrd="0" presId="urn:microsoft.com/office/officeart/2018/2/layout/IconLabelList"/>
    <dgm:cxn modelId="{9D3C606B-A1A6-4328-A75F-CC622415A5D0}" type="presParOf" srcId="{750F807C-C603-4AB3-AC96-860B57651984}" destId="{EDA698AE-4945-428D-BD42-C7910E981E04}" srcOrd="0" destOrd="0" presId="urn:microsoft.com/office/officeart/2018/2/layout/IconLabelList"/>
    <dgm:cxn modelId="{A0EFC69E-C714-4338-A83A-357160868CDE}" type="presParOf" srcId="{750F807C-C603-4AB3-AC96-860B57651984}" destId="{3EFED96B-DA6B-4661-BD76-C234EA56D063}" srcOrd="1" destOrd="0" presId="urn:microsoft.com/office/officeart/2018/2/layout/IconLabelList"/>
    <dgm:cxn modelId="{BB143C3E-7018-4CF9-BD12-98D50115C830}" type="presParOf" srcId="{750F807C-C603-4AB3-AC96-860B57651984}" destId="{ED29732D-620A-4ECD-8216-DF29647BB769}" srcOrd="2" destOrd="0" presId="urn:microsoft.com/office/officeart/2018/2/layout/IconLabelList"/>
    <dgm:cxn modelId="{DBB1656B-D453-444D-873B-EFCD65B81809}" type="presParOf" srcId="{3801CC73-57CA-4367-A99E-CC052DE9E2DF}" destId="{C60A0D9E-E1F1-4AE7-964C-D233E1B399CF}" srcOrd="3" destOrd="0" presId="urn:microsoft.com/office/officeart/2018/2/layout/IconLabelList"/>
    <dgm:cxn modelId="{A73F5751-8D67-4AC5-ACFE-B286F744AA63}" type="presParOf" srcId="{3801CC73-57CA-4367-A99E-CC052DE9E2DF}" destId="{5CFCA980-FDD0-4B42-A9AE-B7D53F157147}" srcOrd="4" destOrd="0" presId="urn:microsoft.com/office/officeart/2018/2/layout/IconLabelList"/>
    <dgm:cxn modelId="{0BEF563B-B070-4D5A-94A5-5C2D0C0EB241}" type="presParOf" srcId="{5CFCA980-FDD0-4B42-A9AE-B7D53F157147}" destId="{8EFEAAC9-A5FC-4E98-8C7D-D6F3C3427B99}" srcOrd="0" destOrd="0" presId="urn:microsoft.com/office/officeart/2018/2/layout/IconLabelList"/>
    <dgm:cxn modelId="{3B8A6262-835C-4AF1-B7E2-8B02B30F66DC}" type="presParOf" srcId="{5CFCA980-FDD0-4B42-A9AE-B7D53F157147}" destId="{495A8FDF-8E4E-4B09-989C-3C22A9B908B0}" srcOrd="1" destOrd="0" presId="urn:microsoft.com/office/officeart/2018/2/layout/IconLabelList"/>
    <dgm:cxn modelId="{E4ABEF53-5F77-46AC-8F28-58972B1D7D0E}" type="presParOf" srcId="{5CFCA980-FDD0-4B42-A9AE-B7D53F157147}" destId="{46AFF1CF-FF13-4699-BD13-92508B4457AB}" srcOrd="2" destOrd="0" presId="urn:microsoft.com/office/officeart/2018/2/layout/IconLabelList"/>
    <dgm:cxn modelId="{1D87B580-1D80-4F62-992D-26A1EF3D0513}" type="presParOf" srcId="{3801CC73-57CA-4367-A99E-CC052DE9E2DF}" destId="{A1D31B7B-A4BA-4C03-A769-9268529F0165}" srcOrd="5" destOrd="0" presId="urn:microsoft.com/office/officeart/2018/2/layout/IconLabelList"/>
    <dgm:cxn modelId="{C721C722-701F-4C21-AFCD-4FF36140FAF0}" type="presParOf" srcId="{3801CC73-57CA-4367-A99E-CC052DE9E2DF}" destId="{43E7E54A-5327-4CDC-B956-4549D825C309}" srcOrd="6" destOrd="0" presId="urn:microsoft.com/office/officeart/2018/2/layout/IconLabelList"/>
    <dgm:cxn modelId="{F47AF69F-08B7-4A57-8E49-DBD6C04632A4}" type="presParOf" srcId="{43E7E54A-5327-4CDC-B956-4549D825C309}" destId="{39251A1B-6A1A-4665-A3E5-071A839D2053}" srcOrd="0" destOrd="0" presId="urn:microsoft.com/office/officeart/2018/2/layout/IconLabelList"/>
    <dgm:cxn modelId="{3EFC478B-BED9-4D8B-A136-A9039135F6C3}" type="presParOf" srcId="{43E7E54A-5327-4CDC-B956-4549D825C309}" destId="{F1E4B970-46E0-470E-8732-04C8DD431027}" srcOrd="1" destOrd="0" presId="urn:microsoft.com/office/officeart/2018/2/layout/IconLabelList"/>
    <dgm:cxn modelId="{C4E20A90-38DE-4B4D-A24A-7A4C0F4D2642}" type="presParOf" srcId="{43E7E54A-5327-4CDC-B956-4549D825C309}" destId="{49D18987-764E-43AB-B510-148B51EE909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8D470D-AC86-4619-8F61-76F036911B21}">
      <dsp:nvSpPr>
        <dsp:cNvPr id="0" name=""/>
        <dsp:cNvSpPr/>
      </dsp:nvSpPr>
      <dsp:spPr>
        <a:xfrm>
          <a:off x="434339" y="111166"/>
          <a:ext cx="704003" cy="70400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E550D3-3BBF-4518-803A-5D3DA3DC24CC}">
      <dsp:nvSpPr>
        <dsp:cNvPr id="0" name=""/>
        <dsp:cNvSpPr/>
      </dsp:nvSpPr>
      <dsp:spPr>
        <a:xfrm>
          <a:off x="4114" y="1050043"/>
          <a:ext cx="1564453" cy="625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Given n cities and distances, find the shortest tour visiting each city once.</a:t>
          </a:r>
        </a:p>
      </dsp:txBody>
      <dsp:txXfrm>
        <a:off x="4114" y="1050043"/>
        <a:ext cx="1564453" cy="625781"/>
      </dsp:txXfrm>
    </dsp:sp>
    <dsp:sp modelId="{7A9F8062-CF8E-4C24-B99B-100BF877C373}">
      <dsp:nvSpPr>
        <dsp:cNvPr id="0" name=""/>
        <dsp:cNvSpPr/>
      </dsp:nvSpPr>
      <dsp:spPr>
        <a:xfrm>
          <a:off x="2272571" y="111166"/>
          <a:ext cx="704003" cy="70400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CC0380-1FB6-42A6-817B-F7A3D504E7A2}">
      <dsp:nvSpPr>
        <dsp:cNvPr id="0" name=""/>
        <dsp:cNvSpPr/>
      </dsp:nvSpPr>
      <dsp:spPr>
        <a:xfrm>
          <a:off x="1842347" y="1050043"/>
          <a:ext cx="1564453" cy="625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Must return to the starting city.</a:t>
          </a:r>
        </a:p>
      </dsp:txBody>
      <dsp:txXfrm>
        <a:off x="1842347" y="1050043"/>
        <a:ext cx="1564453" cy="625781"/>
      </dsp:txXfrm>
    </dsp:sp>
    <dsp:sp modelId="{7DD6C5AA-D3CB-4678-B5B1-C647D6AF5E47}">
      <dsp:nvSpPr>
        <dsp:cNvPr id="0" name=""/>
        <dsp:cNvSpPr/>
      </dsp:nvSpPr>
      <dsp:spPr>
        <a:xfrm>
          <a:off x="434339" y="2066937"/>
          <a:ext cx="704003" cy="70400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873439-6365-478A-8054-EA8A5519C9E9}">
      <dsp:nvSpPr>
        <dsp:cNvPr id="0" name=""/>
        <dsp:cNvSpPr/>
      </dsp:nvSpPr>
      <dsp:spPr>
        <a:xfrm>
          <a:off x="4114" y="3005814"/>
          <a:ext cx="1564453" cy="625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TSP is NP-hard; exact solutions scale factorially.</a:t>
          </a:r>
        </a:p>
      </dsp:txBody>
      <dsp:txXfrm>
        <a:off x="4114" y="3005814"/>
        <a:ext cx="1564453" cy="625781"/>
      </dsp:txXfrm>
    </dsp:sp>
    <dsp:sp modelId="{588B4BDC-9E23-46D6-9947-DA583DCB0004}">
      <dsp:nvSpPr>
        <dsp:cNvPr id="0" name=""/>
        <dsp:cNvSpPr/>
      </dsp:nvSpPr>
      <dsp:spPr>
        <a:xfrm>
          <a:off x="2272571" y="2066937"/>
          <a:ext cx="704003" cy="70400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733FB4-51AF-4C4C-B0ED-C994A60811AD}">
      <dsp:nvSpPr>
        <dsp:cNvPr id="0" name=""/>
        <dsp:cNvSpPr/>
      </dsp:nvSpPr>
      <dsp:spPr>
        <a:xfrm>
          <a:off x="1842347" y="3005814"/>
          <a:ext cx="1564453" cy="625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Used in routing, logistics, chip design, DNA sequencing.</a:t>
          </a:r>
        </a:p>
      </dsp:txBody>
      <dsp:txXfrm>
        <a:off x="1842347" y="3005814"/>
        <a:ext cx="1564453" cy="62578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B21993-3601-4725-8F6A-22623D510699}">
      <dsp:nvSpPr>
        <dsp:cNvPr id="0" name=""/>
        <dsp:cNvSpPr/>
      </dsp:nvSpPr>
      <dsp:spPr>
        <a:xfrm>
          <a:off x="750914" y="1203373"/>
          <a:ext cx="1081248" cy="108124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3DBBFA-9AF8-4ADE-8273-45C2529A390A}">
      <dsp:nvSpPr>
        <dsp:cNvPr id="0" name=""/>
        <dsp:cNvSpPr/>
      </dsp:nvSpPr>
      <dsp:spPr>
        <a:xfrm>
          <a:off x="90151" y="2602589"/>
          <a:ext cx="24027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Implement Brute Force, Nearest Neighbor, and 2-Opt.</a:t>
          </a:r>
        </a:p>
      </dsp:txBody>
      <dsp:txXfrm>
        <a:off x="90151" y="2602589"/>
        <a:ext cx="2402775" cy="720000"/>
      </dsp:txXfrm>
    </dsp:sp>
    <dsp:sp modelId="{95131D4D-27A6-45E2-B15C-484C79216165}">
      <dsp:nvSpPr>
        <dsp:cNvPr id="0" name=""/>
        <dsp:cNvSpPr/>
      </dsp:nvSpPr>
      <dsp:spPr>
        <a:xfrm>
          <a:off x="3574175" y="1203373"/>
          <a:ext cx="1081248" cy="108124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6F092A-6479-418C-A2A9-09A75608112F}">
      <dsp:nvSpPr>
        <dsp:cNvPr id="0" name=""/>
        <dsp:cNvSpPr/>
      </dsp:nvSpPr>
      <dsp:spPr>
        <a:xfrm>
          <a:off x="2913412" y="2602589"/>
          <a:ext cx="24027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Compare runtime, solution quality, approximation ratio.</a:t>
          </a:r>
        </a:p>
      </dsp:txBody>
      <dsp:txXfrm>
        <a:off x="2913412" y="2602589"/>
        <a:ext cx="2402775" cy="720000"/>
      </dsp:txXfrm>
    </dsp:sp>
    <dsp:sp modelId="{55CBB0AD-AEA2-4C20-86A3-5F614236140C}">
      <dsp:nvSpPr>
        <dsp:cNvPr id="0" name=""/>
        <dsp:cNvSpPr/>
      </dsp:nvSpPr>
      <dsp:spPr>
        <a:xfrm>
          <a:off x="6397436" y="1203373"/>
          <a:ext cx="1081248" cy="108124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AC6BC0-0D94-4639-A90C-2332A6AD19E6}">
      <dsp:nvSpPr>
        <dsp:cNvPr id="0" name=""/>
        <dsp:cNvSpPr/>
      </dsp:nvSpPr>
      <dsp:spPr>
        <a:xfrm>
          <a:off x="5736673" y="2602589"/>
          <a:ext cx="24027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Generate visualizations and performance plots.</a:t>
          </a:r>
        </a:p>
      </dsp:txBody>
      <dsp:txXfrm>
        <a:off x="5736673" y="2602589"/>
        <a:ext cx="2402775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EB11F1-74DB-AF45-B96D-AE8C4C8F6560}">
      <dsp:nvSpPr>
        <dsp:cNvPr id="0" name=""/>
        <dsp:cNvSpPr/>
      </dsp:nvSpPr>
      <dsp:spPr>
        <a:xfrm>
          <a:off x="2310" y="1787660"/>
          <a:ext cx="1649737" cy="10475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934388-DD39-304C-8F3F-F80861D9815A}">
      <dsp:nvSpPr>
        <dsp:cNvPr id="0" name=""/>
        <dsp:cNvSpPr/>
      </dsp:nvSpPr>
      <dsp:spPr>
        <a:xfrm>
          <a:off x="185614" y="1961799"/>
          <a:ext cx="1649737" cy="10475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Random (x, y) coordinates sampled in range [0, 100].</a:t>
          </a:r>
        </a:p>
      </dsp:txBody>
      <dsp:txXfrm>
        <a:off x="216297" y="1992482"/>
        <a:ext cx="1588371" cy="986217"/>
      </dsp:txXfrm>
    </dsp:sp>
    <dsp:sp modelId="{6C03AF51-9BD1-BD46-B555-FCECF82DCB52}">
      <dsp:nvSpPr>
        <dsp:cNvPr id="0" name=""/>
        <dsp:cNvSpPr/>
      </dsp:nvSpPr>
      <dsp:spPr>
        <a:xfrm>
          <a:off x="2018656" y="1787660"/>
          <a:ext cx="1649737" cy="10475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167924-9481-0B4A-B568-63748206D551}">
      <dsp:nvSpPr>
        <dsp:cNvPr id="0" name=""/>
        <dsp:cNvSpPr/>
      </dsp:nvSpPr>
      <dsp:spPr>
        <a:xfrm>
          <a:off x="2201960" y="1961799"/>
          <a:ext cx="1649737" cy="10475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Euclidean distance matrix computed for all city pairs.</a:t>
          </a:r>
        </a:p>
      </dsp:txBody>
      <dsp:txXfrm>
        <a:off x="2232643" y="1992482"/>
        <a:ext cx="1588371" cy="986217"/>
      </dsp:txXfrm>
    </dsp:sp>
    <dsp:sp modelId="{40A6AA1B-AE6C-C745-AAC8-CD5F156F1BD0}">
      <dsp:nvSpPr>
        <dsp:cNvPr id="0" name=""/>
        <dsp:cNvSpPr/>
      </dsp:nvSpPr>
      <dsp:spPr>
        <a:xfrm>
          <a:off x="4035002" y="1787660"/>
          <a:ext cx="1649737" cy="10475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CE66E0-8C74-B44B-99FC-7D200D76B35A}">
      <dsp:nvSpPr>
        <dsp:cNvPr id="0" name=""/>
        <dsp:cNvSpPr/>
      </dsp:nvSpPr>
      <dsp:spPr>
        <a:xfrm>
          <a:off x="4218306" y="1961799"/>
          <a:ext cx="1649737" cy="10475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Small n = 6, 8, 10 used for optimal comparison.</a:t>
          </a:r>
        </a:p>
      </dsp:txBody>
      <dsp:txXfrm>
        <a:off x="4248989" y="1992482"/>
        <a:ext cx="1588371" cy="986217"/>
      </dsp:txXfrm>
    </dsp:sp>
    <dsp:sp modelId="{1299DE10-F416-964E-BD39-5C36FDC32380}">
      <dsp:nvSpPr>
        <dsp:cNvPr id="0" name=""/>
        <dsp:cNvSpPr/>
      </dsp:nvSpPr>
      <dsp:spPr>
        <a:xfrm>
          <a:off x="6051347" y="1787660"/>
          <a:ext cx="1649737" cy="10475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D361B3-B0D0-374B-A425-B74D25A48897}">
      <dsp:nvSpPr>
        <dsp:cNvPr id="0" name=""/>
        <dsp:cNvSpPr/>
      </dsp:nvSpPr>
      <dsp:spPr>
        <a:xfrm>
          <a:off x="6234652" y="1961799"/>
          <a:ext cx="1649737" cy="10475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Large n = 20, 50, 100, 200 for heuristics.</a:t>
          </a:r>
        </a:p>
      </dsp:txBody>
      <dsp:txXfrm>
        <a:off x="6265335" y="1992482"/>
        <a:ext cx="1588371" cy="98621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4A34DC-CBA2-2148-8496-B2908B0C4F97}">
      <dsp:nvSpPr>
        <dsp:cNvPr id="0" name=""/>
        <dsp:cNvSpPr/>
      </dsp:nvSpPr>
      <dsp:spPr>
        <a:xfrm>
          <a:off x="2411" y="1625561"/>
          <a:ext cx="1721465" cy="10931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4C081A-9D83-B946-848B-3F08A1A871AB}">
      <dsp:nvSpPr>
        <dsp:cNvPr id="0" name=""/>
        <dsp:cNvSpPr/>
      </dsp:nvSpPr>
      <dsp:spPr>
        <a:xfrm>
          <a:off x="193684" y="1807271"/>
          <a:ext cx="1721465" cy="109313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Brute Force is intractable beyond very small n.</a:t>
          </a:r>
        </a:p>
      </dsp:txBody>
      <dsp:txXfrm>
        <a:off x="225701" y="1839288"/>
        <a:ext cx="1657431" cy="1029096"/>
      </dsp:txXfrm>
    </dsp:sp>
    <dsp:sp modelId="{5547FF35-095F-D44E-9D2F-AD1F1084F4DF}">
      <dsp:nvSpPr>
        <dsp:cNvPr id="0" name=""/>
        <dsp:cNvSpPr/>
      </dsp:nvSpPr>
      <dsp:spPr>
        <a:xfrm>
          <a:off x="2106423" y="1625561"/>
          <a:ext cx="1721465" cy="10931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4572DE-F14B-DF4C-B552-A1EB1342BDAF}">
      <dsp:nvSpPr>
        <dsp:cNvPr id="0" name=""/>
        <dsp:cNvSpPr/>
      </dsp:nvSpPr>
      <dsp:spPr>
        <a:xfrm>
          <a:off x="2297697" y="1807271"/>
          <a:ext cx="1721465" cy="109313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Nearest Neighbor is extremely fast and scales well.</a:t>
          </a:r>
        </a:p>
      </dsp:txBody>
      <dsp:txXfrm>
        <a:off x="2329714" y="1839288"/>
        <a:ext cx="1657431" cy="1029096"/>
      </dsp:txXfrm>
    </dsp:sp>
    <dsp:sp modelId="{07B96B03-9B48-2142-BB08-DF659FDF4166}">
      <dsp:nvSpPr>
        <dsp:cNvPr id="0" name=""/>
        <dsp:cNvSpPr/>
      </dsp:nvSpPr>
      <dsp:spPr>
        <a:xfrm>
          <a:off x="4210436" y="1625561"/>
          <a:ext cx="1721465" cy="10931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9154B7-4769-684F-8204-EF659F715894}">
      <dsp:nvSpPr>
        <dsp:cNvPr id="0" name=""/>
        <dsp:cNvSpPr/>
      </dsp:nvSpPr>
      <dsp:spPr>
        <a:xfrm>
          <a:off x="4401710" y="1807271"/>
          <a:ext cx="1721465" cy="109313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2-Opt significantly improves NN solutions.</a:t>
          </a:r>
        </a:p>
      </dsp:txBody>
      <dsp:txXfrm>
        <a:off x="4433727" y="1839288"/>
        <a:ext cx="1657431" cy="1029096"/>
      </dsp:txXfrm>
    </dsp:sp>
    <dsp:sp modelId="{E68628A6-AF5A-F447-B451-CD0E9622B4FF}">
      <dsp:nvSpPr>
        <dsp:cNvPr id="0" name=""/>
        <dsp:cNvSpPr/>
      </dsp:nvSpPr>
      <dsp:spPr>
        <a:xfrm>
          <a:off x="6314449" y="1625561"/>
          <a:ext cx="1721465" cy="10931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20EFA0-768C-DD4A-83C6-068606AD6E14}">
      <dsp:nvSpPr>
        <dsp:cNvPr id="0" name=""/>
        <dsp:cNvSpPr/>
      </dsp:nvSpPr>
      <dsp:spPr>
        <a:xfrm>
          <a:off x="6505723" y="1807271"/>
          <a:ext cx="1721465" cy="109313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Clear trade-off between runtime and solution quality.</a:t>
          </a:r>
        </a:p>
      </dsp:txBody>
      <dsp:txXfrm>
        <a:off x="6537740" y="1839288"/>
        <a:ext cx="1657431" cy="102909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AB0194-2D65-4D59-96DC-23798121F4BD}">
      <dsp:nvSpPr>
        <dsp:cNvPr id="0" name=""/>
        <dsp:cNvSpPr/>
      </dsp:nvSpPr>
      <dsp:spPr>
        <a:xfrm>
          <a:off x="481140" y="1304654"/>
          <a:ext cx="783896" cy="78389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BBBFA6-D70B-4323-BBAA-DB1415D59094}">
      <dsp:nvSpPr>
        <dsp:cNvPr id="0" name=""/>
        <dsp:cNvSpPr/>
      </dsp:nvSpPr>
      <dsp:spPr>
        <a:xfrm>
          <a:off x="2092" y="2349886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Heuristics offer practical alternatives to exact algorithms.</a:t>
          </a:r>
        </a:p>
      </dsp:txBody>
      <dsp:txXfrm>
        <a:off x="2092" y="2349886"/>
        <a:ext cx="1741992" cy="696796"/>
      </dsp:txXfrm>
    </dsp:sp>
    <dsp:sp modelId="{EDA698AE-4945-428D-BD42-C7910E981E04}">
      <dsp:nvSpPr>
        <dsp:cNvPr id="0" name=""/>
        <dsp:cNvSpPr/>
      </dsp:nvSpPr>
      <dsp:spPr>
        <a:xfrm>
          <a:off x="2527981" y="1304654"/>
          <a:ext cx="783896" cy="78389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29732D-620A-4ECD-8216-DF29647BB769}">
      <dsp:nvSpPr>
        <dsp:cNvPr id="0" name=""/>
        <dsp:cNvSpPr/>
      </dsp:nvSpPr>
      <dsp:spPr>
        <a:xfrm>
          <a:off x="2048933" y="2349886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2-Opt dramatically improves solution quality.</a:t>
          </a:r>
        </a:p>
      </dsp:txBody>
      <dsp:txXfrm>
        <a:off x="2048933" y="2349886"/>
        <a:ext cx="1741992" cy="696796"/>
      </dsp:txXfrm>
    </dsp:sp>
    <dsp:sp modelId="{8EFEAAC9-A5FC-4E98-8C7D-D6F3C3427B99}">
      <dsp:nvSpPr>
        <dsp:cNvPr id="0" name=""/>
        <dsp:cNvSpPr/>
      </dsp:nvSpPr>
      <dsp:spPr>
        <a:xfrm>
          <a:off x="4574822" y="1304654"/>
          <a:ext cx="783896" cy="78389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AFF1CF-FF13-4699-BD13-92508B4457AB}">
      <dsp:nvSpPr>
        <dsp:cNvPr id="0" name=""/>
        <dsp:cNvSpPr/>
      </dsp:nvSpPr>
      <dsp:spPr>
        <a:xfrm>
          <a:off x="4095774" y="2349886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Framework can be extended with 3-Opt, SA, GA, Christofides.</a:t>
          </a:r>
        </a:p>
      </dsp:txBody>
      <dsp:txXfrm>
        <a:off x="4095774" y="2349886"/>
        <a:ext cx="1741992" cy="696796"/>
      </dsp:txXfrm>
    </dsp:sp>
    <dsp:sp modelId="{39251A1B-6A1A-4665-A3E5-071A839D2053}">
      <dsp:nvSpPr>
        <dsp:cNvPr id="0" name=""/>
        <dsp:cNvSpPr/>
      </dsp:nvSpPr>
      <dsp:spPr>
        <a:xfrm>
          <a:off x="6621662" y="1304654"/>
          <a:ext cx="783896" cy="78389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D18987-764E-43AB-B510-148B51EE9097}">
      <dsp:nvSpPr>
        <dsp:cNvPr id="0" name=""/>
        <dsp:cNvSpPr/>
      </dsp:nvSpPr>
      <dsp:spPr>
        <a:xfrm>
          <a:off x="6142615" y="2349886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TSP highlights the importance of approximation in NP-hard problems.</a:t>
          </a:r>
        </a:p>
      </dsp:txBody>
      <dsp:txXfrm>
        <a:off x="6142615" y="2349886"/>
        <a:ext cx="1741992" cy="6967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8E2D93-8EA6-51B0-99E3-489D5AC10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349B1D-2637-2833-936E-A8970E6919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" y="451381"/>
            <a:ext cx="7884414" cy="4066540"/>
          </a:xfrm>
        </p:spPr>
        <p:txBody>
          <a:bodyPr anchor="b">
            <a:normAutofit/>
          </a:bodyPr>
          <a:lstStyle/>
          <a:p>
            <a:pPr algn="l"/>
            <a:r>
              <a:rPr lang="en-US" sz="5700"/>
              <a:t>Approximation &amp; Heuristic Approaches for the Travelling Salesperson Problem (TSP)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1B3FA8-CBB3-75E4-FF60-0A160DAB02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8649" y="4983276"/>
            <a:ext cx="7884414" cy="1126680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2200"/>
              <a:t>CS 512 – Final Project  </a:t>
            </a:r>
          </a:p>
          <a:p>
            <a:pPr algn="l">
              <a:lnSpc>
                <a:spcPct val="90000"/>
              </a:lnSpc>
            </a:pPr>
            <a:r>
              <a:rPr lang="en-US" sz="2200"/>
              <a:t>Anuj Bohra – ab3414</a:t>
            </a:r>
            <a:br>
              <a:rPr lang="en-US" sz="2200"/>
            </a:br>
            <a:r>
              <a:rPr lang="en-US" sz="2200"/>
              <a:t>Krisha Borana – kb1469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4718595"/>
            <a:ext cx="4057650" cy="18288"/>
          </a:xfrm>
          <a:custGeom>
            <a:avLst/>
            <a:gdLst>
              <a:gd name="csX0" fmla="*/ 0 w 4057650"/>
              <a:gd name="csY0" fmla="*/ 0 h 18288"/>
              <a:gd name="csX1" fmla="*/ 757428 w 4057650"/>
              <a:gd name="csY1" fmla="*/ 0 h 18288"/>
              <a:gd name="csX2" fmla="*/ 1474279 w 4057650"/>
              <a:gd name="csY2" fmla="*/ 0 h 18288"/>
              <a:gd name="csX3" fmla="*/ 2191131 w 4057650"/>
              <a:gd name="csY3" fmla="*/ 0 h 18288"/>
              <a:gd name="csX4" fmla="*/ 2745676 w 4057650"/>
              <a:gd name="csY4" fmla="*/ 0 h 18288"/>
              <a:gd name="csX5" fmla="*/ 3340798 w 4057650"/>
              <a:gd name="csY5" fmla="*/ 0 h 18288"/>
              <a:gd name="csX6" fmla="*/ 4057650 w 4057650"/>
              <a:gd name="csY6" fmla="*/ 0 h 18288"/>
              <a:gd name="csX7" fmla="*/ 4057650 w 4057650"/>
              <a:gd name="csY7" fmla="*/ 18288 h 18288"/>
              <a:gd name="csX8" fmla="*/ 3381375 w 4057650"/>
              <a:gd name="csY8" fmla="*/ 18288 h 18288"/>
              <a:gd name="csX9" fmla="*/ 2826830 w 4057650"/>
              <a:gd name="csY9" fmla="*/ 18288 h 18288"/>
              <a:gd name="csX10" fmla="*/ 2272284 w 4057650"/>
              <a:gd name="csY10" fmla="*/ 18288 h 18288"/>
              <a:gd name="csX11" fmla="*/ 1555432 w 4057650"/>
              <a:gd name="csY11" fmla="*/ 18288 h 18288"/>
              <a:gd name="csX12" fmla="*/ 960310 w 4057650"/>
              <a:gd name="csY12" fmla="*/ 18288 h 18288"/>
              <a:gd name="csX13" fmla="*/ 0 w 4057650"/>
              <a:gd name="csY13" fmla="*/ 18288 h 18288"/>
              <a:gd name="csX14" fmla="*/ 0 w 4057650"/>
              <a:gd name="csY1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4057650" h="18288" fill="none" extrusionOk="0">
                <a:moveTo>
                  <a:pt x="0" y="0"/>
                </a:moveTo>
                <a:cubicBezTo>
                  <a:pt x="371182" y="3227"/>
                  <a:pt x="494372" y="9222"/>
                  <a:pt x="757428" y="0"/>
                </a:cubicBezTo>
                <a:cubicBezTo>
                  <a:pt x="1020484" y="-9222"/>
                  <a:pt x="1116719" y="-4357"/>
                  <a:pt x="1474279" y="0"/>
                </a:cubicBezTo>
                <a:cubicBezTo>
                  <a:pt x="1831839" y="4357"/>
                  <a:pt x="1920973" y="-11809"/>
                  <a:pt x="2191131" y="0"/>
                </a:cubicBezTo>
                <a:cubicBezTo>
                  <a:pt x="2461289" y="11809"/>
                  <a:pt x="2589480" y="-22604"/>
                  <a:pt x="2745676" y="0"/>
                </a:cubicBezTo>
                <a:cubicBezTo>
                  <a:pt x="2901872" y="22604"/>
                  <a:pt x="3136452" y="-12306"/>
                  <a:pt x="3340798" y="0"/>
                </a:cubicBezTo>
                <a:cubicBezTo>
                  <a:pt x="3545144" y="12306"/>
                  <a:pt x="3766934" y="-21556"/>
                  <a:pt x="4057650" y="0"/>
                </a:cubicBezTo>
                <a:cubicBezTo>
                  <a:pt x="4057150" y="8855"/>
                  <a:pt x="4057759" y="14521"/>
                  <a:pt x="4057650" y="18288"/>
                </a:cubicBezTo>
                <a:cubicBezTo>
                  <a:pt x="3743404" y="40125"/>
                  <a:pt x="3625516" y="-14923"/>
                  <a:pt x="3381375" y="18288"/>
                </a:cubicBezTo>
                <a:cubicBezTo>
                  <a:pt x="3137235" y="51499"/>
                  <a:pt x="2946571" y="1"/>
                  <a:pt x="2826830" y="18288"/>
                </a:cubicBezTo>
                <a:cubicBezTo>
                  <a:pt x="2707090" y="36575"/>
                  <a:pt x="2402756" y="1432"/>
                  <a:pt x="2272284" y="18288"/>
                </a:cubicBezTo>
                <a:cubicBezTo>
                  <a:pt x="2141812" y="35144"/>
                  <a:pt x="1895935" y="18199"/>
                  <a:pt x="1555432" y="18288"/>
                </a:cubicBezTo>
                <a:cubicBezTo>
                  <a:pt x="1214929" y="18377"/>
                  <a:pt x="1103072" y="14503"/>
                  <a:pt x="960310" y="18288"/>
                </a:cubicBezTo>
                <a:cubicBezTo>
                  <a:pt x="817548" y="22073"/>
                  <a:pt x="402272" y="-29359"/>
                  <a:pt x="0" y="18288"/>
                </a:cubicBezTo>
                <a:cubicBezTo>
                  <a:pt x="683" y="12014"/>
                  <a:pt x="724" y="5908"/>
                  <a:pt x="0" y="0"/>
                </a:cubicBezTo>
                <a:close/>
              </a:path>
              <a:path w="4057650" h="18288" stroke="0" extrusionOk="0">
                <a:moveTo>
                  <a:pt x="0" y="0"/>
                </a:moveTo>
                <a:cubicBezTo>
                  <a:pt x="248348" y="13145"/>
                  <a:pt x="486117" y="25042"/>
                  <a:pt x="635698" y="0"/>
                </a:cubicBezTo>
                <a:cubicBezTo>
                  <a:pt x="785279" y="-25042"/>
                  <a:pt x="917762" y="-5537"/>
                  <a:pt x="1190244" y="0"/>
                </a:cubicBezTo>
                <a:cubicBezTo>
                  <a:pt x="1462726" y="5537"/>
                  <a:pt x="1667120" y="-21232"/>
                  <a:pt x="1947672" y="0"/>
                </a:cubicBezTo>
                <a:cubicBezTo>
                  <a:pt x="2228224" y="21232"/>
                  <a:pt x="2280631" y="-21698"/>
                  <a:pt x="2583370" y="0"/>
                </a:cubicBezTo>
                <a:cubicBezTo>
                  <a:pt x="2886109" y="21698"/>
                  <a:pt x="3022941" y="19647"/>
                  <a:pt x="3219069" y="0"/>
                </a:cubicBezTo>
                <a:cubicBezTo>
                  <a:pt x="3415197" y="-19647"/>
                  <a:pt x="3747500" y="26991"/>
                  <a:pt x="4057650" y="0"/>
                </a:cubicBezTo>
                <a:cubicBezTo>
                  <a:pt x="4056752" y="7180"/>
                  <a:pt x="4057819" y="13790"/>
                  <a:pt x="4057650" y="18288"/>
                </a:cubicBezTo>
                <a:cubicBezTo>
                  <a:pt x="3865148" y="-3313"/>
                  <a:pt x="3702543" y="49468"/>
                  <a:pt x="3381375" y="18288"/>
                </a:cubicBezTo>
                <a:cubicBezTo>
                  <a:pt x="3060208" y="-12892"/>
                  <a:pt x="2956571" y="-8678"/>
                  <a:pt x="2826830" y="18288"/>
                </a:cubicBezTo>
                <a:cubicBezTo>
                  <a:pt x="2697089" y="45254"/>
                  <a:pt x="2411031" y="43154"/>
                  <a:pt x="2150555" y="18288"/>
                </a:cubicBezTo>
                <a:cubicBezTo>
                  <a:pt x="1890080" y="-6578"/>
                  <a:pt x="1741827" y="-615"/>
                  <a:pt x="1474280" y="18288"/>
                </a:cubicBezTo>
                <a:cubicBezTo>
                  <a:pt x="1206734" y="37191"/>
                  <a:pt x="998203" y="33335"/>
                  <a:pt x="838581" y="18288"/>
                </a:cubicBezTo>
                <a:cubicBezTo>
                  <a:pt x="678959" y="3241"/>
                  <a:pt x="187101" y="-13212"/>
                  <a:pt x="0" y="18288"/>
                </a:cubicBezTo>
                <a:cubicBezTo>
                  <a:pt x="571" y="10093"/>
                  <a:pt x="-125" y="840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915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map with red pins and a white background&#10;&#10;AI-generated content may be incorrect.">
            <a:extLst>
              <a:ext uri="{FF2B5EF4-FFF2-40B4-BE49-F238E27FC236}">
                <a16:creationId xmlns:a16="http://schemas.microsoft.com/office/drawing/2014/main" id="{400A7A82-CE96-A838-BF71-B12BC3ADD1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854" r="9053"/>
          <a:stretch>
            <a:fillRect/>
          </a:stretch>
        </p:blipFill>
        <p:spPr>
          <a:xfrm>
            <a:off x="1891767" y="10"/>
            <a:ext cx="7252231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542696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2866641" cy="1899912"/>
          </a:xfrm>
        </p:spPr>
        <p:txBody>
          <a:bodyPr>
            <a:normAutofit/>
          </a:bodyPr>
          <a:lstStyle/>
          <a:p>
            <a:r>
              <a:rPr lang="en-US" sz="3500"/>
              <a:t>What is the TSP?</a:t>
            </a:r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549EA262-785C-1F87-E539-02F1DAAB08A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28650" y="2434201"/>
          <a:ext cx="3410915" cy="37427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Project Goals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08C5270-5436-644C-C80A-16336DCF5D0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7188"/>
            <a:ext cx="7886700" cy="1133499"/>
          </a:xfrm>
        </p:spPr>
        <p:txBody>
          <a:bodyPr>
            <a:normAutofit/>
          </a:bodyPr>
          <a:lstStyle/>
          <a:p>
            <a:r>
              <a:rPr lang="en-US" sz="4500"/>
              <a:t>Data Generation &amp; Processing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60E74C4-02C6-9E45-A236-8645C15A1B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1585745"/>
              </p:ext>
            </p:extLst>
          </p:nvPr>
        </p:nvGraphicFramePr>
        <p:xfrm>
          <a:off x="628650" y="1384300"/>
          <a:ext cx="7886700" cy="47970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39520"/>
            <a:ext cx="2571750" cy="1719072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600" b="1"/>
              <a:t>Brute Force (Exact Solver)</a:t>
            </a:r>
          </a:p>
        </p:txBody>
      </p:sp>
      <p:sp>
        <p:nvSpPr>
          <p:cNvPr id="25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573756"/>
            <a:ext cx="2441321" cy="18288"/>
          </a:xfrm>
          <a:custGeom>
            <a:avLst/>
            <a:gdLst>
              <a:gd name="csX0" fmla="*/ 0 w 2441321"/>
              <a:gd name="csY0" fmla="*/ 0 h 18288"/>
              <a:gd name="csX1" fmla="*/ 585917 w 2441321"/>
              <a:gd name="csY1" fmla="*/ 0 h 18288"/>
              <a:gd name="csX2" fmla="*/ 1196247 w 2441321"/>
              <a:gd name="csY2" fmla="*/ 0 h 18288"/>
              <a:gd name="csX3" fmla="*/ 1806578 w 2441321"/>
              <a:gd name="csY3" fmla="*/ 0 h 18288"/>
              <a:gd name="csX4" fmla="*/ 2441321 w 2441321"/>
              <a:gd name="csY4" fmla="*/ 0 h 18288"/>
              <a:gd name="csX5" fmla="*/ 2441321 w 2441321"/>
              <a:gd name="csY5" fmla="*/ 18288 h 18288"/>
              <a:gd name="csX6" fmla="*/ 1830991 w 2441321"/>
              <a:gd name="csY6" fmla="*/ 18288 h 18288"/>
              <a:gd name="csX7" fmla="*/ 1269487 w 2441321"/>
              <a:gd name="csY7" fmla="*/ 18288 h 18288"/>
              <a:gd name="csX8" fmla="*/ 707983 w 2441321"/>
              <a:gd name="csY8" fmla="*/ 18288 h 18288"/>
              <a:gd name="csX9" fmla="*/ 0 w 2441321"/>
              <a:gd name="csY9" fmla="*/ 18288 h 18288"/>
              <a:gd name="csX10" fmla="*/ 0 w 2441321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202" y="2807208"/>
            <a:ext cx="2571750" cy="3410712"/>
          </a:xfrm>
        </p:spPr>
        <p:txBody>
          <a:bodyPr anchor="t">
            <a:normAutofit/>
          </a:bodyPr>
          <a:lstStyle/>
          <a:p>
            <a:r>
              <a:rPr lang="en-US" sz="1900"/>
              <a:t>Enumerates all possible tours.</a:t>
            </a:r>
          </a:p>
          <a:p>
            <a:r>
              <a:rPr lang="en-US" sz="1900"/>
              <a:t>Computes guaranteed optimal solution.</a:t>
            </a:r>
          </a:p>
          <a:p>
            <a:r>
              <a:rPr lang="en-US" sz="1900"/>
              <a:t>Time complexity: O(n!).</a:t>
            </a:r>
          </a:p>
          <a:p>
            <a:r>
              <a:rPr lang="en-US" sz="1900"/>
              <a:t>Feasible only for n ≤ 10.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7278D7-C657-3724-F659-B296E3BE07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722" y="1914497"/>
            <a:ext cx="5177790" cy="30290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39520"/>
            <a:ext cx="2571750" cy="1719072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600" b="1"/>
              <a:t>Nearest Neighbor Heuristic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573756"/>
            <a:ext cx="2441321" cy="18288"/>
          </a:xfrm>
          <a:custGeom>
            <a:avLst/>
            <a:gdLst>
              <a:gd name="csX0" fmla="*/ 0 w 2441321"/>
              <a:gd name="csY0" fmla="*/ 0 h 18288"/>
              <a:gd name="csX1" fmla="*/ 585917 w 2441321"/>
              <a:gd name="csY1" fmla="*/ 0 h 18288"/>
              <a:gd name="csX2" fmla="*/ 1196247 w 2441321"/>
              <a:gd name="csY2" fmla="*/ 0 h 18288"/>
              <a:gd name="csX3" fmla="*/ 1806578 w 2441321"/>
              <a:gd name="csY3" fmla="*/ 0 h 18288"/>
              <a:gd name="csX4" fmla="*/ 2441321 w 2441321"/>
              <a:gd name="csY4" fmla="*/ 0 h 18288"/>
              <a:gd name="csX5" fmla="*/ 2441321 w 2441321"/>
              <a:gd name="csY5" fmla="*/ 18288 h 18288"/>
              <a:gd name="csX6" fmla="*/ 1830991 w 2441321"/>
              <a:gd name="csY6" fmla="*/ 18288 h 18288"/>
              <a:gd name="csX7" fmla="*/ 1269487 w 2441321"/>
              <a:gd name="csY7" fmla="*/ 18288 h 18288"/>
              <a:gd name="csX8" fmla="*/ 707983 w 2441321"/>
              <a:gd name="csY8" fmla="*/ 18288 h 18288"/>
              <a:gd name="csX9" fmla="*/ 0 w 2441321"/>
              <a:gd name="csY9" fmla="*/ 18288 h 18288"/>
              <a:gd name="csX10" fmla="*/ 0 w 2441321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202" y="2807208"/>
            <a:ext cx="2571750" cy="3410712"/>
          </a:xfrm>
        </p:spPr>
        <p:txBody>
          <a:bodyPr anchor="t">
            <a:normAutofit/>
          </a:bodyPr>
          <a:lstStyle/>
          <a:p>
            <a:r>
              <a:rPr lang="en-US" sz="1900"/>
              <a:t>Greedy: visit closest unvisited city at each step.</a:t>
            </a:r>
          </a:p>
          <a:p>
            <a:r>
              <a:rPr lang="en-US" sz="1900"/>
              <a:t>Computational complexity: O(n²).</a:t>
            </a:r>
          </a:p>
          <a:p>
            <a:r>
              <a:rPr lang="en-US" sz="1900"/>
              <a:t>Very fast but may produce suboptimal global structures.</a:t>
            </a:r>
          </a:p>
        </p:txBody>
      </p:sp>
      <p:pic>
        <p:nvPicPr>
          <p:cNvPr id="5" name="Picture 4" descr="Aerial view of skyscrapers">
            <a:extLst>
              <a:ext uri="{FF2B5EF4-FFF2-40B4-BE49-F238E27FC236}">
                <a16:creationId xmlns:a16="http://schemas.microsoft.com/office/drawing/2014/main" id="{179EB787-AAB5-0AC2-9967-6ADFAC6FDD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13" r="14176"/>
          <a:stretch>
            <a:fillRect/>
          </a:stretch>
        </p:blipFill>
        <p:spPr>
          <a:xfrm>
            <a:off x="3490722" y="980826"/>
            <a:ext cx="5177790" cy="48963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39520"/>
            <a:ext cx="2571750" cy="1719072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600" b="1"/>
              <a:t>2-Opt Local Search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573756"/>
            <a:ext cx="2441321" cy="18288"/>
          </a:xfrm>
          <a:custGeom>
            <a:avLst/>
            <a:gdLst>
              <a:gd name="csX0" fmla="*/ 0 w 2441321"/>
              <a:gd name="csY0" fmla="*/ 0 h 18288"/>
              <a:gd name="csX1" fmla="*/ 585917 w 2441321"/>
              <a:gd name="csY1" fmla="*/ 0 h 18288"/>
              <a:gd name="csX2" fmla="*/ 1196247 w 2441321"/>
              <a:gd name="csY2" fmla="*/ 0 h 18288"/>
              <a:gd name="csX3" fmla="*/ 1806578 w 2441321"/>
              <a:gd name="csY3" fmla="*/ 0 h 18288"/>
              <a:gd name="csX4" fmla="*/ 2441321 w 2441321"/>
              <a:gd name="csY4" fmla="*/ 0 h 18288"/>
              <a:gd name="csX5" fmla="*/ 2441321 w 2441321"/>
              <a:gd name="csY5" fmla="*/ 18288 h 18288"/>
              <a:gd name="csX6" fmla="*/ 1830991 w 2441321"/>
              <a:gd name="csY6" fmla="*/ 18288 h 18288"/>
              <a:gd name="csX7" fmla="*/ 1269487 w 2441321"/>
              <a:gd name="csY7" fmla="*/ 18288 h 18288"/>
              <a:gd name="csX8" fmla="*/ 707983 w 2441321"/>
              <a:gd name="csY8" fmla="*/ 18288 h 18288"/>
              <a:gd name="csX9" fmla="*/ 0 w 2441321"/>
              <a:gd name="csY9" fmla="*/ 18288 h 18288"/>
              <a:gd name="csX10" fmla="*/ 0 w 2441321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202" y="2807208"/>
            <a:ext cx="2571750" cy="3410712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900"/>
              <a:t>Improves an initial tour by reversing edge segments.</a:t>
            </a:r>
          </a:p>
          <a:p>
            <a:pPr>
              <a:lnSpc>
                <a:spcPct val="90000"/>
              </a:lnSpc>
            </a:pPr>
            <a:r>
              <a:rPr lang="en-US" sz="1900"/>
              <a:t>Removes crossings and reduces path length.</a:t>
            </a:r>
          </a:p>
          <a:p>
            <a:pPr>
              <a:lnSpc>
                <a:spcPct val="90000"/>
              </a:lnSpc>
            </a:pPr>
            <a:r>
              <a:rPr lang="en-US" sz="1900"/>
              <a:t>Time complexity: ~O(n³).</a:t>
            </a:r>
          </a:p>
          <a:p>
            <a:pPr>
              <a:lnSpc>
                <a:spcPct val="90000"/>
              </a:lnSpc>
            </a:pPr>
            <a:r>
              <a:rPr lang="en-US" sz="1900"/>
              <a:t>Produces high-quality tours at higher computation cost.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A5EF11-6F4A-8F83-7FEA-F5B43D7B0B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427" b="-1"/>
          <a:stretch>
            <a:fillRect/>
          </a:stretch>
        </p:blipFill>
        <p:spPr>
          <a:xfrm>
            <a:off x="3490722" y="2378441"/>
            <a:ext cx="5177790" cy="210111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75A5B51-0925-4835-8511-A0DD17EAA9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9486" y="365125"/>
            <a:ext cx="3971261" cy="206380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300" b="1"/>
              <a:t>Example Tours (n = 6): Optimal, NN, 2-Opt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5CDFD20D-8E4F-4E3A-AF87-93F23E0D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2650181"/>
            <a:ext cx="3257550" cy="18288"/>
          </a:xfrm>
          <a:custGeom>
            <a:avLst/>
            <a:gdLst>
              <a:gd name="csX0" fmla="*/ 0 w 3257550"/>
              <a:gd name="csY0" fmla="*/ 0 h 18288"/>
              <a:gd name="csX1" fmla="*/ 618935 w 3257550"/>
              <a:gd name="csY1" fmla="*/ 0 h 18288"/>
              <a:gd name="csX2" fmla="*/ 1270445 w 3257550"/>
              <a:gd name="csY2" fmla="*/ 0 h 18288"/>
              <a:gd name="csX3" fmla="*/ 1954530 w 3257550"/>
              <a:gd name="csY3" fmla="*/ 0 h 18288"/>
              <a:gd name="csX4" fmla="*/ 2638616 w 3257550"/>
              <a:gd name="csY4" fmla="*/ 0 h 18288"/>
              <a:gd name="csX5" fmla="*/ 3257550 w 3257550"/>
              <a:gd name="csY5" fmla="*/ 0 h 18288"/>
              <a:gd name="csX6" fmla="*/ 3257550 w 3257550"/>
              <a:gd name="csY6" fmla="*/ 18288 h 18288"/>
              <a:gd name="csX7" fmla="*/ 2540889 w 3257550"/>
              <a:gd name="csY7" fmla="*/ 18288 h 18288"/>
              <a:gd name="csX8" fmla="*/ 1824228 w 3257550"/>
              <a:gd name="csY8" fmla="*/ 18288 h 18288"/>
              <a:gd name="csX9" fmla="*/ 1172718 w 3257550"/>
              <a:gd name="csY9" fmla="*/ 18288 h 18288"/>
              <a:gd name="csX10" fmla="*/ 0 w 3257550"/>
              <a:gd name="csY10" fmla="*/ 18288 h 18288"/>
              <a:gd name="csX11" fmla="*/ 0 w 3257550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7550" h="18288" fill="none" extrusionOk="0">
                <a:moveTo>
                  <a:pt x="0" y="0"/>
                </a:moveTo>
                <a:cubicBezTo>
                  <a:pt x="222571" y="-4581"/>
                  <a:pt x="395946" y="-20429"/>
                  <a:pt x="618935" y="0"/>
                </a:cubicBezTo>
                <a:cubicBezTo>
                  <a:pt x="841925" y="20429"/>
                  <a:pt x="1064831" y="-497"/>
                  <a:pt x="1270445" y="0"/>
                </a:cubicBezTo>
                <a:cubicBezTo>
                  <a:pt x="1476059" y="497"/>
                  <a:pt x="1673547" y="428"/>
                  <a:pt x="1954530" y="0"/>
                </a:cubicBezTo>
                <a:cubicBezTo>
                  <a:pt x="2235513" y="-428"/>
                  <a:pt x="2452407" y="27906"/>
                  <a:pt x="2638616" y="0"/>
                </a:cubicBezTo>
                <a:cubicBezTo>
                  <a:pt x="2824825" y="-27906"/>
                  <a:pt x="3043878" y="-22618"/>
                  <a:pt x="3257550" y="0"/>
                </a:cubicBezTo>
                <a:cubicBezTo>
                  <a:pt x="3256841" y="8157"/>
                  <a:pt x="3257137" y="12125"/>
                  <a:pt x="3257550" y="18288"/>
                </a:cubicBezTo>
                <a:cubicBezTo>
                  <a:pt x="2955505" y="29918"/>
                  <a:pt x="2697243" y="41720"/>
                  <a:pt x="2540889" y="18288"/>
                </a:cubicBezTo>
                <a:cubicBezTo>
                  <a:pt x="2384535" y="-5144"/>
                  <a:pt x="2114539" y="6231"/>
                  <a:pt x="1824228" y="18288"/>
                </a:cubicBezTo>
                <a:cubicBezTo>
                  <a:pt x="1533917" y="30345"/>
                  <a:pt x="1462450" y="24037"/>
                  <a:pt x="1172718" y="18288"/>
                </a:cubicBezTo>
                <a:cubicBezTo>
                  <a:pt x="882986" y="12540"/>
                  <a:pt x="500637" y="24492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7550" h="18288" stroke="0" extrusionOk="0">
                <a:moveTo>
                  <a:pt x="0" y="0"/>
                </a:moveTo>
                <a:cubicBezTo>
                  <a:pt x="278434" y="16845"/>
                  <a:pt x="441207" y="-24568"/>
                  <a:pt x="618935" y="0"/>
                </a:cubicBezTo>
                <a:cubicBezTo>
                  <a:pt x="796663" y="24568"/>
                  <a:pt x="985120" y="5689"/>
                  <a:pt x="1172718" y="0"/>
                </a:cubicBezTo>
                <a:cubicBezTo>
                  <a:pt x="1360316" y="-5689"/>
                  <a:pt x="1666432" y="29765"/>
                  <a:pt x="1889379" y="0"/>
                </a:cubicBezTo>
                <a:cubicBezTo>
                  <a:pt x="2112326" y="-29765"/>
                  <a:pt x="2378171" y="13184"/>
                  <a:pt x="2508314" y="0"/>
                </a:cubicBezTo>
                <a:cubicBezTo>
                  <a:pt x="2638457" y="-13184"/>
                  <a:pt x="2897393" y="-18048"/>
                  <a:pt x="3257550" y="0"/>
                </a:cubicBezTo>
                <a:cubicBezTo>
                  <a:pt x="3257286" y="4493"/>
                  <a:pt x="3257934" y="9472"/>
                  <a:pt x="3257550" y="18288"/>
                </a:cubicBezTo>
                <a:cubicBezTo>
                  <a:pt x="3005417" y="4399"/>
                  <a:pt x="2789824" y="23493"/>
                  <a:pt x="2606040" y="18288"/>
                </a:cubicBezTo>
                <a:cubicBezTo>
                  <a:pt x="2422256" y="13084"/>
                  <a:pt x="2161816" y="17045"/>
                  <a:pt x="1889379" y="18288"/>
                </a:cubicBezTo>
                <a:cubicBezTo>
                  <a:pt x="1616942" y="19531"/>
                  <a:pt x="1456938" y="28545"/>
                  <a:pt x="1335595" y="18288"/>
                </a:cubicBezTo>
                <a:cubicBezTo>
                  <a:pt x="1214252" y="8031"/>
                  <a:pt x="876335" y="26295"/>
                  <a:pt x="684085" y="18288"/>
                </a:cubicBezTo>
                <a:cubicBezTo>
                  <a:pt x="491835" y="10282"/>
                  <a:pt x="213058" y="3432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EBF1D5-D269-6F08-97BE-1BE53FADE0CC}"/>
              </a:ext>
            </a:extLst>
          </p:cNvPr>
          <p:cNvSpPr txBox="1"/>
          <p:nvPr/>
        </p:nvSpPr>
        <p:spPr>
          <a:xfrm>
            <a:off x="459486" y="2908005"/>
            <a:ext cx="3971261" cy="32689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2-Opt improves the NN tour by removing edge crossings and reducing total distance.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Nearest Neighbor creates a quick but sometimes suboptimal path. 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Shows how heuristics progress toward optimality on small instances.</a:t>
            </a:r>
          </a:p>
        </p:txBody>
      </p:sp>
      <p:pic>
        <p:nvPicPr>
          <p:cNvPr id="3" name="Picture 2" descr="example_n6_optim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7297" y="1072364"/>
            <a:ext cx="1952704" cy="1464527"/>
          </a:xfrm>
          <a:prstGeom prst="rect">
            <a:avLst/>
          </a:prstGeom>
        </p:spPr>
      </p:pic>
      <p:pic>
        <p:nvPicPr>
          <p:cNvPr id="5" name="Picture 4" descr="example_n6_tw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8246" y="1072364"/>
            <a:ext cx="1952703" cy="1464527"/>
          </a:xfrm>
          <a:prstGeom prst="rect">
            <a:avLst/>
          </a:prstGeom>
        </p:spPr>
      </p:pic>
      <p:pic>
        <p:nvPicPr>
          <p:cNvPr id="4" name="Picture 3" descr="example_n6_n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319" y="3426258"/>
            <a:ext cx="3667607" cy="27507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000" b="1" dirty="0"/>
              <a:t>Runtime vs Number of Cities</a:t>
            </a:r>
          </a:p>
        </p:txBody>
      </p:sp>
      <p:pic>
        <p:nvPicPr>
          <p:cNvPr id="3" name="Picture 2" descr="runtime_vs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261" y="1047509"/>
            <a:ext cx="5486400" cy="41148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F9C1A7A-828C-6545-74FC-2B058A6EA6CB}"/>
              </a:ext>
            </a:extLst>
          </p:cNvPr>
          <p:cNvSpPr txBox="1"/>
          <p:nvPr/>
        </p:nvSpPr>
        <p:spPr>
          <a:xfrm>
            <a:off x="601883" y="5162309"/>
            <a:ext cx="807195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dirty="0"/>
              <a:t>Brute Force grows too quickly and becomes infeasible beyond small n.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/>
              <a:t>Nearest Neighbor remains extremely fast even for large city counts.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/>
              <a:t>2-Opt scales worse and becomes expensive for n ≥ 50 due to its cubic complexity.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/>
              <a:t>Clear trade-off: NN offers speed, 2-Opt offers higher solution quality.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/>
              <a:t>Approximation Ratio vs Number of Cities</a:t>
            </a:r>
            <a:endParaRPr lang="en-US" sz="3000" b="1" dirty="0"/>
          </a:p>
        </p:txBody>
      </p:sp>
      <p:pic>
        <p:nvPicPr>
          <p:cNvPr id="3" name="Picture 2" descr="approx_ratio_vs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0537" y="1070658"/>
            <a:ext cx="5486400" cy="41148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E1ADA5E-95F4-9DA9-D665-971A498BFE53}"/>
              </a:ext>
            </a:extLst>
          </p:cNvPr>
          <p:cNvSpPr txBox="1"/>
          <p:nvPr/>
        </p:nvSpPr>
        <p:spPr>
          <a:xfrm>
            <a:off x="810228" y="5185458"/>
            <a:ext cx="752917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/>
              <a:t>Nearest Neighbor stays within 1–2% of the optimal solution.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/>
              <a:t>2-Opt consistently improves the NN tour, reaching ~0.5–1.3% from optimal.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/>
              <a:t>Both heuristics perform well on small Euclidean TSP instances.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/>
              <a:t>2-Opt offers higher accuracy but requires more computation.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Key Findings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18A7050-7F63-1CD2-671A-6DAA7E5EE7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7048457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6995"/>
            <a:ext cx="7886700" cy="1133693"/>
          </a:xfrm>
        </p:spPr>
        <p:txBody>
          <a:bodyPr>
            <a:normAutofit/>
          </a:bodyPr>
          <a:lstStyle/>
          <a:p>
            <a:r>
              <a:rPr lang="en-US" sz="4500"/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DDD5A16-C0F7-2D0F-A207-564C91EEEA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3429116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DBBCF12-553E-254A-95CB-26A5A19E4DDD}">
  <we:reference id="c22bf5f7-55ef-4467-ac55-88a268666587" version="1.0.0.5" store="EXCatalog" storeType="EXCatalog"/>
  <we:alternateReferences>
    <we:reference id="WA200006038" version="1.0.0.5" store="en-US" storeType="OMEX"/>
  </we:alternateReferences>
  <we:properties>
    <we:property name="pptx_export_from_biorender" value="false"/>
  </we:properties>
  <we:bindings/>
  <we:snapshot xmlns:r="http://schemas.openxmlformats.org/officeDocument/2006/relationships"/>
  <we:extLst>
    <a:ext xmlns:a="http://schemas.openxmlformats.org/drawingml/2006/main" uri="{0858819E-0033-43BF-8937-05EC82904868}">
      <we:backgroundApp state="1" runtimeId="Taskpane.Url"/>
    </a:ext>
  </we:extLst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474</Words>
  <Application>Microsoft Macintosh PowerPoint</Application>
  <PresentationFormat>On-screen Show (4:3)</PresentationFormat>
  <Paragraphs>55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Wingdings</vt:lpstr>
      <vt:lpstr>Office Theme</vt:lpstr>
      <vt:lpstr>Approximation &amp; Heuristic Approaches for the Travelling Salesperson Problem (TSP)</vt:lpstr>
      <vt:lpstr>What is the TSP?</vt:lpstr>
      <vt:lpstr>Project Goals</vt:lpstr>
      <vt:lpstr>Data Generation &amp; Processing</vt:lpstr>
      <vt:lpstr>Brute Force (Exact Solver)</vt:lpstr>
      <vt:lpstr>Nearest Neighbor Heuristic</vt:lpstr>
      <vt:lpstr>2-Opt Local Search</vt:lpstr>
      <vt:lpstr>Example Tours (n = 6): Optimal, NN, 2-Opt</vt:lpstr>
      <vt:lpstr>Runtime vs Number of Cities</vt:lpstr>
      <vt:lpstr>Approximation Ratio vs Number of Cities</vt:lpstr>
      <vt:lpstr>Key Findings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Anuj Bohra</cp:lastModifiedBy>
  <cp:revision>3</cp:revision>
  <dcterms:created xsi:type="dcterms:W3CDTF">2013-01-27T09:14:16Z</dcterms:created>
  <dcterms:modified xsi:type="dcterms:W3CDTF">2025-12-08T20:59:17Z</dcterms:modified>
  <cp:category/>
</cp:coreProperties>
</file>